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embeddedFontLst>
    <p:embeddedFont>
      <p:font typeface="Inconsolata" pitchFamily="1" charset="0"/>
      <p:regular r:id="rId27"/>
      <p:bold r:id="rId28"/>
    </p:embeddedFont>
    <p:embeddedFont>
      <p:font typeface="Montserrat Black" panose="00000A00000000000000" pitchFamily="2" charset="0"/>
      <p:bold r:id="rId29"/>
      <p:boldItalic r:id="rId30"/>
    </p:embeddedFont>
    <p:embeddedFont>
      <p:font typeface="Nunito" pitchFamily="2" charset="0"/>
      <p:regular r:id="rId31"/>
      <p:bold r:id="rId32"/>
      <p:italic r:id="rId33"/>
      <p:boldItalic r:id="rId34"/>
    </p:embeddedFont>
    <p:embeddedFont>
      <p:font typeface="Press Start 2P" panose="020B060402020202020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77FEE3-4117-4E82-B0AE-73EDD8BB542E}">
  <a:tblStyle styleId="{A677FEE3-4117-4E82-B0AE-73EDD8BB54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31145A6-1194-49F1-96B0-51B196D36F6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9cb18d185_0_8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9cb18d185_0_8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29cb18d18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29cb18d18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129cb18d185_12_12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129cb18d185_12_12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29cb18d185_12_13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129cb18d185_12_13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29cb18d185_12_12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29cb18d185_12_12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129cb18d185_12_12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129cb18d185_12_12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52bcee0c2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52bcee0c28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129cb18d185_12_13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129cb18d185_12_13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129cb18d185_12_14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129cb18d185_12_14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29cb18d185_12_15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129cb18d185_12_15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129cb18d185_12_15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129cb18d185_12_157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29cb18d185_12_13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29cb18d185_12_139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129cb18d185_12_139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129cb18d185_12_139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129cb18d185_12_13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129cb18d185_12_13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>
          <a:extLst>
            <a:ext uri="{FF2B5EF4-FFF2-40B4-BE49-F238E27FC236}">
              <a16:creationId xmlns:a16="http://schemas.microsoft.com/office/drawing/2014/main" id="{D545D5DF-50DF-1EB6-1607-6752987C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129cb18d185_12_13933:notes">
            <a:extLst>
              <a:ext uri="{FF2B5EF4-FFF2-40B4-BE49-F238E27FC236}">
                <a16:creationId xmlns:a16="http://schemas.microsoft.com/office/drawing/2014/main" id="{8611CA46-CFB6-C435-723C-81EA5C523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129cb18d185_12_13933:notes">
            <a:extLst>
              <a:ext uri="{FF2B5EF4-FFF2-40B4-BE49-F238E27FC236}">
                <a16:creationId xmlns:a16="http://schemas.microsoft.com/office/drawing/2014/main" id="{9D5DA3EE-9F3C-85D0-77E7-EA9B3D9A3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866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98A88B93-3E5E-43AF-F7CA-98623633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129cb18d185_12_13593:notes">
            <a:extLst>
              <a:ext uri="{FF2B5EF4-FFF2-40B4-BE49-F238E27FC236}">
                <a16:creationId xmlns:a16="http://schemas.microsoft.com/office/drawing/2014/main" id="{64C35C8F-8311-DEB7-3CD5-10848B9DFB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129cb18d185_12_13593:notes">
            <a:extLst>
              <a:ext uri="{FF2B5EF4-FFF2-40B4-BE49-F238E27FC236}">
                <a16:creationId xmlns:a16="http://schemas.microsoft.com/office/drawing/2014/main" id="{EFEEB49C-0944-51C3-7F5C-C83741045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9570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129cb18d185_12_130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129cb18d185_12_130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129cb18d185_12_13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129cb18d185_12_13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52cb52180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352cb52180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129cb18d185_12_14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129cb18d185_12_14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129cb18d185_12_14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129cb18d185_12_14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129cb18d185_12_14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129cb18d185_12_14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129cb18d185_12_12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129cb18d185_12_12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129cb18d185_12_15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129cb18d185_12_15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8200" y="225075"/>
            <a:ext cx="2248337" cy="2249386"/>
            <a:chOff x="253775" y="147975"/>
            <a:chExt cx="2248337" cy="2249386"/>
          </a:xfrm>
        </p:grpSpPr>
        <p:sp>
          <p:nvSpPr>
            <p:cNvPr id="11" name="Google Shape;11;p2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665053" y="584316"/>
            <a:ext cx="7813888" cy="3922670"/>
            <a:chOff x="2974275" y="1679475"/>
            <a:chExt cx="2002175" cy="2001975"/>
          </a:xfrm>
        </p:grpSpPr>
        <p:sp>
          <p:nvSpPr>
            <p:cNvPr id="28" name="Google Shape;28;p2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2"/>
          <p:cNvSpPr txBox="1">
            <a:spLocks noGrp="1"/>
          </p:cNvSpPr>
          <p:nvPr>
            <p:ph type="ctrTitle"/>
          </p:nvPr>
        </p:nvSpPr>
        <p:spPr>
          <a:xfrm>
            <a:off x="1255550" y="1566409"/>
            <a:ext cx="6617400" cy="18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rgbClr val="212529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" name="Google Shape;39;p2"/>
          <p:cNvSpPr txBox="1">
            <a:spLocks noGrp="1"/>
          </p:cNvSpPr>
          <p:nvPr>
            <p:ph type="subTitle" idx="1"/>
          </p:nvPr>
        </p:nvSpPr>
        <p:spPr>
          <a:xfrm>
            <a:off x="2359230" y="4110760"/>
            <a:ext cx="44163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3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3"/>
          <p:cNvGrpSpPr/>
          <p:nvPr/>
        </p:nvGrpSpPr>
        <p:grpSpPr>
          <a:xfrm>
            <a:off x="6593200" y="231400"/>
            <a:ext cx="2248337" cy="2249386"/>
            <a:chOff x="253775" y="147975"/>
            <a:chExt cx="2248337" cy="2249386"/>
          </a:xfrm>
        </p:grpSpPr>
        <p:sp>
          <p:nvSpPr>
            <p:cNvPr id="43" name="Google Shape;43;p3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3"/>
          <p:cNvGrpSpPr/>
          <p:nvPr/>
        </p:nvGrpSpPr>
        <p:grpSpPr>
          <a:xfrm>
            <a:off x="665053" y="576066"/>
            <a:ext cx="7813888" cy="3922670"/>
            <a:chOff x="2974275" y="1679475"/>
            <a:chExt cx="2002175" cy="2001975"/>
          </a:xfrm>
        </p:grpSpPr>
        <p:sp>
          <p:nvSpPr>
            <p:cNvPr id="60" name="Google Shape;60;p3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648375" y="2715150"/>
            <a:ext cx="58473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2501550" y="4100325"/>
            <a:ext cx="414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title" idx="2" hasCustomPrompt="1"/>
          </p:nvPr>
        </p:nvSpPr>
        <p:spPr>
          <a:xfrm>
            <a:off x="3266563" y="1577550"/>
            <a:ext cx="26109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4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76" name="Google Shape;76;p4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3225" y="1152325"/>
            <a:ext cx="7717500" cy="34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5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5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85" name="Google Shape;85;p5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1"/>
          </p:nvPr>
        </p:nvSpPr>
        <p:spPr>
          <a:xfrm>
            <a:off x="2133450" y="1871700"/>
            <a:ext cx="48771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subTitle" idx="2"/>
          </p:nvPr>
        </p:nvSpPr>
        <p:spPr>
          <a:xfrm>
            <a:off x="2133425" y="3444275"/>
            <a:ext cx="48771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subTitle" idx="3"/>
          </p:nvPr>
        </p:nvSpPr>
        <p:spPr>
          <a:xfrm>
            <a:off x="2133450" y="2240950"/>
            <a:ext cx="4877100" cy="62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"/>
          <p:cNvSpPr txBox="1">
            <a:spLocks noGrp="1"/>
          </p:cNvSpPr>
          <p:nvPr>
            <p:ph type="subTitle" idx="4"/>
          </p:nvPr>
        </p:nvSpPr>
        <p:spPr>
          <a:xfrm>
            <a:off x="2133425" y="3813526"/>
            <a:ext cx="4877100" cy="62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6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6"/>
          <p:cNvGrpSpPr/>
          <p:nvPr/>
        </p:nvGrpSpPr>
        <p:grpSpPr>
          <a:xfrm>
            <a:off x="362438" y="315677"/>
            <a:ext cx="8419146" cy="4452067"/>
            <a:chOff x="324213" y="315677"/>
            <a:chExt cx="8419146" cy="4452067"/>
          </a:xfrm>
        </p:grpSpPr>
        <p:grpSp>
          <p:nvGrpSpPr>
            <p:cNvPr id="97" name="Google Shape;97;p6"/>
            <p:cNvGrpSpPr/>
            <p:nvPr/>
          </p:nvGrpSpPr>
          <p:grpSpPr>
            <a:xfrm>
              <a:off x="324213" y="315727"/>
              <a:ext cx="8419146" cy="4452017"/>
              <a:chOff x="324213" y="315727"/>
              <a:chExt cx="8419146" cy="4452017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324213" y="315727"/>
                <a:ext cx="8419146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dist="47625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324213" y="315752"/>
                <a:ext cx="8419146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fill="none" extrusionOk="0">
                    <a:moveTo>
                      <a:pt x="0" y="1"/>
                    </a:moveTo>
                    <a:lnTo>
                      <a:pt x="80086" y="1"/>
                    </a:lnTo>
                    <a:lnTo>
                      <a:pt x="80086" y="80078"/>
                    </a:lnTo>
                    <a:lnTo>
                      <a:pt x="0" y="80078"/>
                    </a:lnTo>
                    <a:close/>
                  </a:path>
                </a:pathLst>
              </a:custGeom>
              <a:noFill/>
              <a:ln w="3050" cap="flat" cmpd="sng">
                <a:solidFill>
                  <a:schemeClr val="dk1"/>
                </a:solidFill>
                <a:prstDash val="solid"/>
                <a:miter lim="873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26149" y="315752"/>
                <a:ext cx="60435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568" y="80078"/>
                    </a:lnTo>
                    <a:lnTo>
                      <a:pt x="568" y="56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" name="Google Shape;101;p6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6"/>
          <p:cNvSpPr txBox="1">
            <a:spLocks noGrp="1"/>
          </p:cNvSpPr>
          <p:nvPr>
            <p:ph type="title"/>
          </p:nvPr>
        </p:nvSpPr>
        <p:spPr>
          <a:xfrm>
            <a:off x="713225" y="516625"/>
            <a:ext cx="77175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7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7"/>
          <p:cNvGrpSpPr/>
          <p:nvPr/>
        </p:nvGrpSpPr>
        <p:grpSpPr>
          <a:xfrm>
            <a:off x="370625" y="2691125"/>
            <a:ext cx="2248337" cy="2249386"/>
            <a:chOff x="253775" y="147975"/>
            <a:chExt cx="2248337" cy="2249386"/>
          </a:xfrm>
        </p:grpSpPr>
        <p:sp>
          <p:nvSpPr>
            <p:cNvPr id="106" name="Google Shape;106;p7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1141350" y="1700825"/>
            <a:ext cx="37821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ubTitle" idx="1"/>
          </p:nvPr>
        </p:nvSpPr>
        <p:spPr>
          <a:xfrm>
            <a:off x="1141350" y="2873400"/>
            <a:ext cx="33303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8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8"/>
          <p:cNvGrpSpPr/>
          <p:nvPr/>
        </p:nvGrpSpPr>
        <p:grpSpPr>
          <a:xfrm>
            <a:off x="3447988" y="231400"/>
            <a:ext cx="2248337" cy="2249386"/>
            <a:chOff x="253775" y="147975"/>
            <a:chExt cx="2248337" cy="2249386"/>
          </a:xfrm>
        </p:grpSpPr>
        <p:sp>
          <p:nvSpPr>
            <p:cNvPr id="127" name="Google Shape;127;p8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1388250" y="1882000"/>
            <a:ext cx="6367800" cy="17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9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9"/>
          <p:cNvGrpSpPr/>
          <p:nvPr/>
        </p:nvGrpSpPr>
        <p:grpSpPr>
          <a:xfrm>
            <a:off x="370625" y="225075"/>
            <a:ext cx="2248337" cy="2249386"/>
            <a:chOff x="253775" y="147975"/>
            <a:chExt cx="2248337" cy="2249386"/>
          </a:xfrm>
        </p:grpSpPr>
        <p:sp>
          <p:nvSpPr>
            <p:cNvPr id="147" name="Google Shape;147;p9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" name="Google Shape;163;p9"/>
          <p:cNvSpPr txBox="1">
            <a:spLocks noGrp="1"/>
          </p:cNvSpPr>
          <p:nvPr>
            <p:ph type="title"/>
          </p:nvPr>
        </p:nvSpPr>
        <p:spPr>
          <a:xfrm>
            <a:off x="1558500" y="1875400"/>
            <a:ext cx="60270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4" name="Google Shape;164;p9"/>
          <p:cNvSpPr txBox="1">
            <a:spLocks noGrp="1"/>
          </p:cNvSpPr>
          <p:nvPr>
            <p:ph type="subTitle" idx="1"/>
          </p:nvPr>
        </p:nvSpPr>
        <p:spPr>
          <a:xfrm>
            <a:off x="2221500" y="2410300"/>
            <a:ext cx="4701000" cy="14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100" y="-6350"/>
            <a:ext cx="9144000" cy="5143500"/>
          </a:xfrm>
          <a:prstGeom prst="rect">
            <a:avLst/>
          </a:prstGeom>
          <a:solidFill>
            <a:srgbClr val="82CECE">
              <a:alpha val="35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713225" y="516625"/>
            <a:ext cx="77175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6643300" y="2613375"/>
            <a:ext cx="2248337" cy="2249386"/>
            <a:chOff x="253775" y="147975"/>
            <a:chExt cx="2248337" cy="2249386"/>
          </a:xfrm>
        </p:grpSpPr>
        <p:sp>
          <p:nvSpPr>
            <p:cNvPr id="171" name="Google Shape;171;p11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" name="Google Shape;187;p11"/>
          <p:cNvSpPr txBox="1">
            <a:spLocks noGrp="1"/>
          </p:cNvSpPr>
          <p:nvPr>
            <p:ph type="title" hasCustomPrompt="1"/>
          </p:nvPr>
        </p:nvSpPr>
        <p:spPr>
          <a:xfrm>
            <a:off x="1807050" y="1681171"/>
            <a:ext cx="5529900" cy="13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11"/>
          <p:cNvSpPr txBox="1">
            <a:spLocks noGrp="1"/>
          </p:cNvSpPr>
          <p:nvPr>
            <p:ph type="subTitle" idx="1"/>
          </p:nvPr>
        </p:nvSpPr>
        <p:spPr>
          <a:xfrm>
            <a:off x="2405550" y="3046796"/>
            <a:ext cx="4332900" cy="8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3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3"/>
          <p:cNvGrpSpPr/>
          <p:nvPr/>
        </p:nvGrpSpPr>
        <p:grpSpPr>
          <a:xfrm>
            <a:off x="362413" y="315677"/>
            <a:ext cx="8419146" cy="4452067"/>
            <a:chOff x="324213" y="315677"/>
            <a:chExt cx="8419146" cy="4452067"/>
          </a:xfrm>
        </p:grpSpPr>
        <p:sp>
          <p:nvSpPr>
            <p:cNvPr id="193" name="Google Shape;193;p13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13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"/>
          </p:nvPr>
        </p:nvSpPr>
        <p:spPr>
          <a:xfrm>
            <a:off x="1838350" y="1645750"/>
            <a:ext cx="247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2"/>
          </p:nvPr>
        </p:nvSpPr>
        <p:spPr>
          <a:xfrm>
            <a:off x="5725613" y="1645750"/>
            <a:ext cx="247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3"/>
          </p:nvPr>
        </p:nvSpPr>
        <p:spPr>
          <a:xfrm>
            <a:off x="1838350" y="3183668"/>
            <a:ext cx="247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4"/>
          </p:nvPr>
        </p:nvSpPr>
        <p:spPr>
          <a:xfrm>
            <a:off x="5725613" y="3183678"/>
            <a:ext cx="247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5"/>
          </p:nvPr>
        </p:nvSpPr>
        <p:spPr>
          <a:xfrm>
            <a:off x="1838361" y="1979323"/>
            <a:ext cx="2474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6"/>
          </p:nvPr>
        </p:nvSpPr>
        <p:spPr>
          <a:xfrm>
            <a:off x="5725613" y="1979328"/>
            <a:ext cx="2474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subTitle" idx="7"/>
          </p:nvPr>
        </p:nvSpPr>
        <p:spPr>
          <a:xfrm>
            <a:off x="1838361" y="3514403"/>
            <a:ext cx="2474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8"/>
          </p:nvPr>
        </p:nvSpPr>
        <p:spPr>
          <a:xfrm>
            <a:off x="5725613" y="3521672"/>
            <a:ext cx="2474100" cy="5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9" hasCustomPrompt="1"/>
          </p:nvPr>
        </p:nvSpPr>
        <p:spPr>
          <a:xfrm>
            <a:off x="908375" y="1909049"/>
            <a:ext cx="930000" cy="46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13" hasCustomPrompt="1"/>
          </p:nvPr>
        </p:nvSpPr>
        <p:spPr>
          <a:xfrm>
            <a:off x="4867363" y="1909062"/>
            <a:ext cx="930000" cy="46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4" hasCustomPrompt="1"/>
          </p:nvPr>
        </p:nvSpPr>
        <p:spPr>
          <a:xfrm>
            <a:off x="908375" y="3443363"/>
            <a:ext cx="930000" cy="46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15" hasCustomPrompt="1"/>
          </p:nvPr>
        </p:nvSpPr>
        <p:spPr>
          <a:xfrm>
            <a:off x="4867383" y="3443375"/>
            <a:ext cx="930000" cy="46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4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4"/>
          <p:cNvSpPr txBox="1">
            <a:spLocks noGrp="1"/>
          </p:cNvSpPr>
          <p:nvPr>
            <p:ph type="title"/>
          </p:nvPr>
        </p:nvSpPr>
        <p:spPr>
          <a:xfrm flipH="1">
            <a:off x="4561225" y="4036100"/>
            <a:ext cx="3434100" cy="3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subTitle" idx="1"/>
          </p:nvPr>
        </p:nvSpPr>
        <p:spPr>
          <a:xfrm flipH="1">
            <a:off x="1495725" y="1636350"/>
            <a:ext cx="4762200" cy="17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15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6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5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15"/>
          <p:cNvGrpSpPr/>
          <p:nvPr/>
        </p:nvGrpSpPr>
        <p:grpSpPr>
          <a:xfrm>
            <a:off x="6745600" y="383800"/>
            <a:ext cx="2248337" cy="2249386"/>
            <a:chOff x="253775" y="147975"/>
            <a:chExt cx="2248337" cy="2249386"/>
          </a:xfrm>
        </p:grpSpPr>
        <p:sp>
          <p:nvSpPr>
            <p:cNvPr id="217" name="Google Shape;217;p15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15"/>
          <p:cNvGrpSpPr/>
          <p:nvPr/>
        </p:nvGrpSpPr>
        <p:grpSpPr>
          <a:xfrm>
            <a:off x="665053" y="576066"/>
            <a:ext cx="7813888" cy="3922670"/>
            <a:chOff x="2974275" y="1679475"/>
            <a:chExt cx="2002175" cy="2001975"/>
          </a:xfrm>
        </p:grpSpPr>
        <p:sp>
          <p:nvSpPr>
            <p:cNvPr id="234" name="Google Shape;234;p15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244;p15"/>
          <p:cNvSpPr txBox="1">
            <a:spLocks noGrp="1"/>
          </p:cNvSpPr>
          <p:nvPr>
            <p:ph type="title"/>
          </p:nvPr>
        </p:nvSpPr>
        <p:spPr>
          <a:xfrm>
            <a:off x="1648363" y="2715150"/>
            <a:ext cx="58473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5" name="Google Shape;245;p15"/>
          <p:cNvSpPr txBox="1">
            <a:spLocks noGrp="1"/>
          </p:cNvSpPr>
          <p:nvPr>
            <p:ph type="subTitle" idx="1"/>
          </p:nvPr>
        </p:nvSpPr>
        <p:spPr>
          <a:xfrm>
            <a:off x="1648363" y="4097029"/>
            <a:ext cx="41409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5"/>
          <p:cNvSpPr txBox="1">
            <a:spLocks noGrp="1"/>
          </p:cNvSpPr>
          <p:nvPr>
            <p:ph type="title" idx="2" hasCustomPrompt="1"/>
          </p:nvPr>
        </p:nvSpPr>
        <p:spPr>
          <a:xfrm>
            <a:off x="1648363" y="1577550"/>
            <a:ext cx="26109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6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6"/>
          <p:cNvGrpSpPr/>
          <p:nvPr/>
        </p:nvGrpSpPr>
        <p:grpSpPr>
          <a:xfrm>
            <a:off x="403600" y="229950"/>
            <a:ext cx="2248337" cy="2249386"/>
            <a:chOff x="253775" y="147975"/>
            <a:chExt cx="2248337" cy="2249386"/>
          </a:xfrm>
        </p:grpSpPr>
        <p:sp>
          <p:nvSpPr>
            <p:cNvPr id="250" name="Google Shape;250;p16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16"/>
          <p:cNvGrpSpPr/>
          <p:nvPr/>
        </p:nvGrpSpPr>
        <p:grpSpPr>
          <a:xfrm>
            <a:off x="665053" y="576066"/>
            <a:ext cx="7813888" cy="3922670"/>
            <a:chOff x="2974275" y="1679475"/>
            <a:chExt cx="2002175" cy="2001975"/>
          </a:xfrm>
        </p:grpSpPr>
        <p:sp>
          <p:nvSpPr>
            <p:cNvPr id="267" name="Google Shape;267;p16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16"/>
          <p:cNvSpPr txBox="1">
            <a:spLocks noGrp="1"/>
          </p:cNvSpPr>
          <p:nvPr>
            <p:ph type="title"/>
          </p:nvPr>
        </p:nvSpPr>
        <p:spPr>
          <a:xfrm flipH="1">
            <a:off x="1648363" y="2715150"/>
            <a:ext cx="58473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subTitle" idx="1"/>
          </p:nvPr>
        </p:nvSpPr>
        <p:spPr>
          <a:xfrm flipH="1">
            <a:off x="3354763" y="4097029"/>
            <a:ext cx="41409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884763" y="1577550"/>
            <a:ext cx="26109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2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7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17"/>
          <p:cNvGrpSpPr/>
          <p:nvPr/>
        </p:nvGrpSpPr>
        <p:grpSpPr>
          <a:xfrm>
            <a:off x="6499775" y="229950"/>
            <a:ext cx="2248337" cy="2249386"/>
            <a:chOff x="253775" y="147975"/>
            <a:chExt cx="2248337" cy="2249386"/>
          </a:xfrm>
        </p:grpSpPr>
        <p:sp>
          <p:nvSpPr>
            <p:cNvPr id="283" name="Google Shape;283;p17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17"/>
          <p:cNvGrpSpPr/>
          <p:nvPr/>
        </p:nvGrpSpPr>
        <p:grpSpPr>
          <a:xfrm>
            <a:off x="665053" y="576066"/>
            <a:ext cx="7813888" cy="3922670"/>
            <a:chOff x="2974275" y="1679475"/>
            <a:chExt cx="2002175" cy="2001975"/>
          </a:xfrm>
        </p:grpSpPr>
        <p:sp>
          <p:nvSpPr>
            <p:cNvPr id="300" name="Google Shape;300;p17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" name="Google Shape;310;p17"/>
          <p:cNvSpPr txBox="1">
            <a:spLocks noGrp="1"/>
          </p:cNvSpPr>
          <p:nvPr>
            <p:ph type="title"/>
          </p:nvPr>
        </p:nvSpPr>
        <p:spPr>
          <a:xfrm>
            <a:off x="3542150" y="2262850"/>
            <a:ext cx="41409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1" name="Google Shape;311;p17"/>
          <p:cNvSpPr txBox="1">
            <a:spLocks noGrp="1"/>
          </p:cNvSpPr>
          <p:nvPr>
            <p:ph type="subTitle" idx="1"/>
          </p:nvPr>
        </p:nvSpPr>
        <p:spPr>
          <a:xfrm>
            <a:off x="2501538" y="3954304"/>
            <a:ext cx="41409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title" idx="2" hasCustomPrompt="1"/>
          </p:nvPr>
        </p:nvSpPr>
        <p:spPr>
          <a:xfrm>
            <a:off x="1460947" y="2183850"/>
            <a:ext cx="20385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13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18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18"/>
          <p:cNvGrpSpPr/>
          <p:nvPr/>
        </p:nvGrpSpPr>
        <p:grpSpPr>
          <a:xfrm>
            <a:off x="324213" y="315664"/>
            <a:ext cx="8420961" cy="4452067"/>
            <a:chOff x="324213" y="315677"/>
            <a:chExt cx="8420961" cy="4452067"/>
          </a:xfrm>
        </p:grpSpPr>
        <p:grpSp>
          <p:nvGrpSpPr>
            <p:cNvPr id="316" name="Google Shape;316;p18"/>
            <p:cNvGrpSpPr/>
            <p:nvPr/>
          </p:nvGrpSpPr>
          <p:grpSpPr>
            <a:xfrm>
              <a:off x="324213" y="315677"/>
              <a:ext cx="8420961" cy="4452067"/>
              <a:chOff x="713300" y="315675"/>
              <a:chExt cx="7719278" cy="4452067"/>
            </a:xfrm>
          </p:grpSpPr>
          <p:grpSp>
            <p:nvGrpSpPr>
              <p:cNvPr id="317" name="Google Shape;317;p18"/>
              <p:cNvGrpSpPr/>
              <p:nvPr/>
            </p:nvGrpSpPr>
            <p:grpSpPr>
              <a:xfrm>
                <a:off x="713300" y="315725"/>
                <a:ext cx="7719278" cy="4452017"/>
                <a:chOff x="713300" y="315725"/>
                <a:chExt cx="7719278" cy="4452017"/>
              </a:xfrm>
            </p:grpSpPr>
            <p:sp>
              <p:nvSpPr>
                <p:cNvPr id="318" name="Google Shape;318;p18"/>
                <p:cNvSpPr/>
                <p:nvPr/>
              </p:nvSpPr>
              <p:spPr>
                <a:xfrm>
                  <a:off x="713300" y="315725"/>
                  <a:ext cx="7717584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87" h="80079" extrusionOk="0">
                      <a:moveTo>
                        <a:pt x="0" y="1"/>
                      </a:moveTo>
                      <a:lnTo>
                        <a:pt x="0" y="80078"/>
                      </a:lnTo>
                      <a:lnTo>
                        <a:pt x="80086" y="80078"/>
                      </a:lnTo>
                      <a:lnTo>
                        <a:pt x="8008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dist="47625" dir="3000000" algn="bl" rotWithShape="0">
                    <a:srgbClr val="000000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18"/>
                <p:cNvSpPr/>
                <p:nvPr/>
              </p:nvSpPr>
              <p:spPr>
                <a:xfrm>
                  <a:off x="713300" y="315750"/>
                  <a:ext cx="7717584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87" h="80079" fill="none" extrusionOk="0">
                      <a:moveTo>
                        <a:pt x="0" y="1"/>
                      </a:moveTo>
                      <a:lnTo>
                        <a:pt x="80086" y="1"/>
                      </a:lnTo>
                      <a:lnTo>
                        <a:pt x="80086" y="80078"/>
                      </a:lnTo>
                      <a:lnTo>
                        <a:pt x="0" y="80078"/>
                      </a:lnTo>
                      <a:close/>
                    </a:path>
                  </a:pathLst>
                </a:custGeom>
                <a:noFill/>
                <a:ln w="3050" cap="flat" cmpd="sng">
                  <a:solidFill>
                    <a:schemeClr val="dk1"/>
                  </a:solidFill>
                  <a:prstDash val="solid"/>
                  <a:miter lim="873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18"/>
                <p:cNvSpPr/>
                <p:nvPr/>
              </p:nvSpPr>
              <p:spPr>
                <a:xfrm>
                  <a:off x="716955" y="353573"/>
                  <a:ext cx="7713742" cy="330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17" h="7772" extrusionOk="0">
                      <a:moveTo>
                        <a:pt x="1" y="0"/>
                      </a:moveTo>
                      <a:lnTo>
                        <a:pt x="78917" y="0"/>
                      </a:lnTo>
                      <a:lnTo>
                        <a:pt x="78917" y="7772"/>
                      </a:lnTo>
                      <a:lnTo>
                        <a:pt x="1" y="777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18"/>
                <p:cNvSpPr/>
                <p:nvPr/>
              </p:nvSpPr>
              <p:spPr>
                <a:xfrm>
                  <a:off x="715088" y="708055"/>
                  <a:ext cx="7717491" cy="2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17" h="421" extrusionOk="0">
                      <a:moveTo>
                        <a:pt x="1" y="1"/>
                      </a:moveTo>
                      <a:lnTo>
                        <a:pt x="1" y="420"/>
                      </a:lnTo>
                      <a:lnTo>
                        <a:pt x="78917" y="420"/>
                      </a:lnTo>
                      <a:lnTo>
                        <a:pt x="7891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" name="Google Shape;322;p18"/>
                <p:cNvSpPr/>
                <p:nvPr/>
              </p:nvSpPr>
              <p:spPr>
                <a:xfrm>
                  <a:off x="715075" y="315750"/>
                  <a:ext cx="55400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80079" extrusionOk="0">
                      <a:moveTo>
                        <a:pt x="0" y="1"/>
                      </a:moveTo>
                      <a:lnTo>
                        <a:pt x="0" y="80078"/>
                      </a:lnTo>
                      <a:lnTo>
                        <a:pt x="568" y="80078"/>
                      </a:lnTo>
                      <a:lnTo>
                        <a:pt x="568" y="56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23" name="Google Shape;323;p18"/>
              <p:cNvSpPr/>
              <p:nvPr/>
            </p:nvSpPr>
            <p:spPr>
              <a:xfrm>
                <a:off x="8374525" y="315675"/>
                <a:ext cx="56175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0079" extrusionOk="0">
                    <a:moveTo>
                      <a:pt x="568" y="1"/>
                    </a:moveTo>
                    <a:lnTo>
                      <a:pt x="1" y="568"/>
                    </a:lnTo>
                    <a:lnTo>
                      <a:pt x="1" y="80078"/>
                    </a:lnTo>
                    <a:lnTo>
                      <a:pt x="568" y="80078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4" name="Google Shape;324;p18"/>
            <p:cNvSpPr/>
            <p:nvPr/>
          </p:nvSpPr>
          <p:spPr>
            <a:xfrm>
              <a:off x="386975" y="684169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" name="Google Shape;325;p18"/>
          <p:cNvSpPr txBox="1">
            <a:spLocks noGrp="1"/>
          </p:cNvSpPr>
          <p:nvPr>
            <p:ph type="subTitle" idx="1"/>
          </p:nvPr>
        </p:nvSpPr>
        <p:spPr>
          <a:xfrm>
            <a:off x="1796550" y="1587927"/>
            <a:ext cx="5550900" cy="3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18"/>
          <p:cNvSpPr txBox="1">
            <a:spLocks noGrp="1"/>
          </p:cNvSpPr>
          <p:nvPr>
            <p:ph type="title" hasCustomPrompt="1"/>
          </p:nvPr>
        </p:nvSpPr>
        <p:spPr>
          <a:xfrm>
            <a:off x="1796550" y="1019575"/>
            <a:ext cx="5550900" cy="6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38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8"/>
          <p:cNvSpPr txBox="1">
            <a:spLocks noGrp="1"/>
          </p:cNvSpPr>
          <p:nvPr>
            <p:ph type="subTitle" idx="2"/>
          </p:nvPr>
        </p:nvSpPr>
        <p:spPr>
          <a:xfrm>
            <a:off x="1796550" y="2797652"/>
            <a:ext cx="5550900" cy="3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8" name="Google Shape;328;p18"/>
          <p:cNvSpPr txBox="1">
            <a:spLocks noGrp="1"/>
          </p:cNvSpPr>
          <p:nvPr>
            <p:ph type="title" idx="3" hasCustomPrompt="1"/>
          </p:nvPr>
        </p:nvSpPr>
        <p:spPr>
          <a:xfrm>
            <a:off x="1796550" y="2229275"/>
            <a:ext cx="5550900" cy="6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38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9" name="Google Shape;329;p18"/>
          <p:cNvSpPr txBox="1">
            <a:spLocks noGrp="1"/>
          </p:cNvSpPr>
          <p:nvPr>
            <p:ph type="subTitle" idx="4"/>
          </p:nvPr>
        </p:nvSpPr>
        <p:spPr>
          <a:xfrm>
            <a:off x="1796550" y="4007375"/>
            <a:ext cx="5550900" cy="3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0" name="Google Shape;330;p18"/>
          <p:cNvSpPr txBox="1">
            <a:spLocks noGrp="1"/>
          </p:cNvSpPr>
          <p:nvPr>
            <p:ph type="title" idx="5" hasCustomPrompt="1"/>
          </p:nvPr>
        </p:nvSpPr>
        <p:spPr>
          <a:xfrm>
            <a:off x="1796550" y="3438974"/>
            <a:ext cx="5550900" cy="6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38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4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19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19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334" name="Google Shape;334;p19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8" name="Google Shape;338;p19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19"/>
          <p:cNvSpPr txBox="1">
            <a:spLocks noGrp="1"/>
          </p:cNvSpPr>
          <p:nvPr>
            <p:ph type="subTitle" idx="1"/>
          </p:nvPr>
        </p:nvSpPr>
        <p:spPr>
          <a:xfrm>
            <a:off x="4179850" y="1577025"/>
            <a:ext cx="29373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9"/>
          <p:cNvSpPr txBox="1">
            <a:spLocks noGrp="1"/>
          </p:cNvSpPr>
          <p:nvPr>
            <p:ph type="subTitle" idx="2"/>
          </p:nvPr>
        </p:nvSpPr>
        <p:spPr>
          <a:xfrm>
            <a:off x="4177750" y="3064375"/>
            <a:ext cx="29373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19"/>
          <p:cNvSpPr txBox="1">
            <a:spLocks noGrp="1"/>
          </p:cNvSpPr>
          <p:nvPr>
            <p:ph type="subTitle" idx="3"/>
          </p:nvPr>
        </p:nvSpPr>
        <p:spPr>
          <a:xfrm>
            <a:off x="4179850" y="2170750"/>
            <a:ext cx="29373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9"/>
          <p:cNvSpPr txBox="1">
            <a:spLocks noGrp="1"/>
          </p:cNvSpPr>
          <p:nvPr>
            <p:ph type="subTitle" idx="4"/>
          </p:nvPr>
        </p:nvSpPr>
        <p:spPr>
          <a:xfrm>
            <a:off x="4177750" y="3658094"/>
            <a:ext cx="29373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9"/>
          <p:cNvSpPr txBox="1">
            <a:spLocks noGrp="1"/>
          </p:cNvSpPr>
          <p:nvPr>
            <p:ph type="title" idx="5" hasCustomPrompt="1"/>
          </p:nvPr>
        </p:nvSpPr>
        <p:spPr>
          <a:xfrm>
            <a:off x="2437038" y="1695050"/>
            <a:ext cx="1221600" cy="60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344" name="Google Shape;344;p19"/>
          <p:cNvSpPr txBox="1">
            <a:spLocks noGrp="1"/>
          </p:cNvSpPr>
          <p:nvPr>
            <p:ph type="title" idx="6" hasCustomPrompt="1"/>
          </p:nvPr>
        </p:nvSpPr>
        <p:spPr>
          <a:xfrm>
            <a:off x="2437038" y="3176050"/>
            <a:ext cx="1221600" cy="60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0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20"/>
          <p:cNvGrpSpPr/>
          <p:nvPr/>
        </p:nvGrpSpPr>
        <p:grpSpPr>
          <a:xfrm>
            <a:off x="6541800" y="2581975"/>
            <a:ext cx="2248337" cy="2249386"/>
            <a:chOff x="253775" y="147975"/>
            <a:chExt cx="2248337" cy="2249386"/>
          </a:xfrm>
        </p:grpSpPr>
        <p:sp>
          <p:nvSpPr>
            <p:cNvPr id="348" name="Google Shape;348;p20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0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20"/>
          <p:cNvGrpSpPr/>
          <p:nvPr/>
        </p:nvGrpSpPr>
        <p:grpSpPr>
          <a:xfrm>
            <a:off x="1040806" y="584391"/>
            <a:ext cx="7062703" cy="4000719"/>
            <a:chOff x="2974275" y="1679475"/>
            <a:chExt cx="2027473" cy="2041808"/>
          </a:xfrm>
        </p:grpSpPr>
        <p:sp>
          <p:nvSpPr>
            <p:cNvPr id="365" name="Google Shape;365;p20"/>
            <p:cNvSpPr/>
            <p:nvPr/>
          </p:nvSpPr>
          <p:spPr>
            <a:xfrm>
              <a:off x="2999798" y="1706121"/>
              <a:ext cx="2001950" cy="2015163"/>
            </a:xfrm>
            <a:custGeom>
              <a:avLst/>
              <a:gdLst/>
              <a:ahLst/>
              <a:cxnLst/>
              <a:rect l="l" t="t" r="r" b="b"/>
              <a:pathLst>
                <a:path w="80078" h="80078" extrusionOk="0">
                  <a:moveTo>
                    <a:pt x="1" y="0"/>
                  </a:moveTo>
                  <a:lnTo>
                    <a:pt x="1" y="80078"/>
                  </a:lnTo>
                  <a:lnTo>
                    <a:pt x="80078" y="80078"/>
                  </a:lnTo>
                  <a:lnTo>
                    <a:pt x="80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" name="Google Shape;376;p20"/>
          <p:cNvSpPr txBox="1">
            <a:spLocks noGrp="1"/>
          </p:cNvSpPr>
          <p:nvPr>
            <p:ph type="title"/>
          </p:nvPr>
        </p:nvSpPr>
        <p:spPr>
          <a:xfrm>
            <a:off x="1900800" y="1957450"/>
            <a:ext cx="5342700" cy="1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0"/>
          <p:cNvSpPr txBox="1">
            <a:spLocks noGrp="1"/>
          </p:cNvSpPr>
          <p:nvPr>
            <p:ph type="subTitle" idx="1"/>
          </p:nvPr>
        </p:nvSpPr>
        <p:spPr>
          <a:xfrm>
            <a:off x="2090850" y="3021850"/>
            <a:ext cx="4962600" cy="7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21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21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381" name="Google Shape;381;p21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21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body" idx="1"/>
          </p:nvPr>
        </p:nvSpPr>
        <p:spPr>
          <a:xfrm>
            <a:off x="713225" y="1723225"/>
            <a:ext cx="4026000" cy="23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Actor"/>
              <a:buChar char="●"/>
              <a:defRPr sz="14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8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2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22"/>
          <p:cNvGrpSpPr/>
          <p:nvPr/>
        </p:nvGrpSpPr>
        <p:grpSpPr>
          <a:xfrm>
            <a:off x="6530925" y="2614925"/>
            <a:ext cx="2248337" cy="2249386"/>
            <a:chOff x="253775" y="147975"/>
            <a:chExt cx="2248337" cy="2249386"/>
          </a:xfrm>
        </p:grpSpPr>
        <p:sp>
          <p:nvSpPr>
            <p:cNvPr id="390" name="Google Shape;390;p22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22"/>
          <p:cNvSpPr txBox="1">
            <a:spLocks noGrp="1"/>
          </p:cNvSpPr>
          <p:nvPr>
            <p:ph type="title"/>
          </p:nvPr>
        </p:nvSpPr>
        <p:spPr>
          <a:xfrm>
            <a:off x="1141350" y="1826250"/>
            <a:ext cx="3782100" cy="8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7" name="Google Shape;407;p22"/>
          <p:cNvSpPr txBox="1">
            <a:spLocks noGrp="1"/>
          </p:cNvSpPr>
          <p:nvPr>
            <p:ph type="subTitle" idx="1"/>
          </p:nvPr>
        </p:nvSpPr>
        <p:spPr>
          <a:xfrm>
            <a:off x="1141350" y="2668700"/>
            <a:ext cx="3782100" cy="11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9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3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23"/>
          <p:cNvGrpSpPr/>
          <p:nvPr/>
        </p:nvGrpSpPr>
        <p:grpSpPr>
          <a:xfrm>
            <a:off x="509275" y="231350"/>
            <a:ext cx="2248337" cy="2249386"/>
            <a:chOff x="253775" y="147975"/>
            <a:chExt cx="2248337" cy="2249386"/>
          </a:xfrm>
        </p:grpSpPr>
        <p:sp>
          <p:nvSpPr>
            <p:cNvPr id="411" name="Google Shape;411;p23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7" name="Google Shape;427;p23"/>
          <p:cNvSpPr txBox="1">
            <a:spLocks noGrp="1"/>
          </p:cNvSpPr>
          <p:nvPr>
            <p:ph type="title"/>
          </p:nvPr>
        </p:nvSpPr>
        <p:spPr>
          <a:xfrm flipH="1">
            <a:off x="4717700" y="1826250"/>
            <a:ext cx="3322200" cy="8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8" name="Google Shape;428;p23"/>
          <p:cNvSpPr txBox="1">
            <a:spLocks noGrp="1"/>
          </p:cNvSpPr>
          <p:nvPr>
            <p:ph type="subTitle" idx="1"/>
          </p:nvPr>
        </p:nvSpPr>
        <p:spPr>
          <a:xfrm flipH="1">
            <a:off x="4257800" y="2668700"/>
            <a:ext cx="3782100" cy="11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0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24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4"/>
          <p:cNvGrpSpPr/>
          <p:nvPr/>
        </p:nvGrpSpPr>
        <p:grpSpPr>
          <a:xfrm>
            <a:off x="6530925" y="241675"/>
            <a:ext cx="2248337" cy="2249386"/>
            <a:chOff x="253775" y="147975"/>
            <a:chExt cx="2248337" cy="2249386"/>
          </a:xfrm>
        </p:grpSpPr>
        <p:sp>
          <p:nvSpPr>
            <p:cNvPr id="432" name="Google Shape;432;p24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4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24"/>
          <p:cNvSpPr txBox="1">
            <a:spLocks noGrp="1"/>
          </p:cNvSpPr>
          <p:nvPr>
            <p:ph type="title"/>
          </p:nvPr>
        </p:nvSpPr>
        <p:spPr>
          <a:xfrm>
            <a:off x="1141350" y="1826250"/>
            <a:ext cx="3183600" cy="8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9" name="Google Shape;449;p24"/>
          <p:cNvSpPr txBox="1">
            <a:spLocks noGrp="1"/>
          </p:cNvSpPr>
          <p:nvPr>
            <p:ph type="subTitle" idx="1"/>
          </p:nvPr>
        </p:nvSpPr>
        <p:spPr>
          <a:xfrm>
            <a:off x="1141350" y="2668700"/>
            <a:ext cx="3782100" cy="11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1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5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25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453" name="Google Shape;453;p25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5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7" name="Google Shape;457;p25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8" name="Google Shape;458;p25"/>
          <p:cNvSpPr txBox="1">
            <a:spLocks noGrp="1"/>
          </p:cNvSpPr>
          <p:nvPr>
            <p:ph type="body" idx="1"/>
          </p:nvPr>
        </p:nvSpPr>
        <p:spPr>
          <a:xfrm>
            <a:off x="713225" y="1756200"/>
            <a:ext cx="3711600" cy="21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Actor"/>
              <a:buChar char="●"/>
              <a:defRPr sz="14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3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26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" name="Google Shape;461;p26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462" name="Google Shape;462;p26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6" name="Google Shape;466;p26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7" name="Google Shape;467;p26"/>
          <p:cNvSpPr txBox="1">
            <a:spLocks noGrp="1"/>
          </p:cNvSpPr>
          <p:nvPr>
            <p:ph type="body" idx="1"/>
          </p:nvPr>
        </p:nvSpPr>
        <p:spPr>
          <a:xfrm>
            <a:off x="713225" y="1152325"/>
            <a:ext cx="7717500" cy="22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27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7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28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3" name="Google Shape;473;p28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474" name="Google Shape;474;p28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28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4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29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p29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482" name="Google Shape;482;p29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29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25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30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9" name="Google Shape;489;p30"/>
          <p:cNvGrpSpPr/>
          <p:nvPr/>
        </p:nvGrpSpPr>
        <p:grpSpPr>
          <a:xfrm>
            <a:off x="362425" y="315677"/>
            <a:ext cx="8419146" cy="4452067"/>
            <a:chOff x="324213" y="315677"/>
            <a:chExt cx="8419146" cy="4452067"/>
          </a:xfrm>
        </p:grpSpPr>
        <p:grpSp>
          <p:nvGrpSpPr>
            <p:cNvPr id="490" name="Google Shape;490;p30"/>
            <p:cNvGrpSpPr/>
            <p:nvPr/>
          </p:nvGrpSpPr>
          <p:grpSpPr>
            <a:xfrm>
              <a:off x="324213" y="315727"/>
              <a:ext cx="8419146" cy="4452017"/>
              <a:chOff x="324213" y="315727"/>
              <a:chExt cx="8419146" cy="4452017"/>
            </a:xfrm>
          </p:grpSpPr>
          <p:sp>
            <p:nvSpPr>
              <p:cNvPr id="491" name="Google Shape;491;p30"/>
              <p:cNvSpPr/>
              <p:nvPr/>
            </p:nvSpPr>
            <p:spPr>
              <a:xfrm>
                <a:off x="324213" y="315727"/>
                <a:ext cx="8419146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dist="47625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0"/>
              <p:cNvSpPr/>
              <p:nvPr/>
            </p:nvSpPr>
            <p:spPr>
              <a:xfrm>
                <a:off x="324213" y="315752"/>
                <a:ext cx="8419146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fill="none" extrusionOk="0">
                    <a:moveTo>
                      <a:pt x="0" y="1"/>
                    </a:moveTo>
                    <a:lnTo>
                      <a:pt x="80086" y="1"/>
                    </a:lnTo>
                    <a:lnTo>
                      <a:pt x="80086" y="80078"/>
                    </a:lnTo>
                    <a:lnTo>
                      <a:pt x="0" y="80078"/>
                    </a:lnTo>
                    <a:close/>
                  </a:path>
                </a:pathLst>
              </a:custGeom>
              <a:noFill/>
              <a:ln w="3050" cap="flat" cmpd="sng">
                <a:solidFill>
                  <a:schemeClr val="dk1"/>
                </a:solidFill>
                <a:prstDash val="solid"/>
                <a:miter lim="873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30"/>
              <p:cNvSpPr/>
              <p:nvPr/>
            </p:nvSpPr>
            <p:spPr>
              <a:xfrm>
                <a:off x="326149" y="315752"/>
                <a:ext cx="60435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568" y="80078"/>
                    </a:lnTo>
                    <a:lnTo>
                      <a:pt x="568" y="56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4" name="Google Shape;494;p30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5" name="Google Shape;495;p30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65220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6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31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31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499" name="Google Shape;499;p31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3" name="Google Shape;503;p31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31"/>
          <p:cNvSpPr txBox="1">
            <a:spLocks noGrp="1"/>
          </p:cNvSpPr>
          <p:nvPr>
            <p:ph type="subTitle" idx="1"/>
          </p:nvPr>
        </p:nvSpPr>
        <p:spPr>
          <a:xfrm>
            <a:off x="1832050" y="1686525"/>
            <a:ext cx="6141000" cy="32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05" name="Google Shape;505;p31"/>
          <p:cNvSpPr txBox="1">
            <a:spLocks noGrp="1"/>
          </p:cNvSpPr>
          <p:nvPr>
            <p:ph type="subTitle" idx="2"/>
          </p:nvPr>
        </p:nvSpPr>
        <p:spPr>
          <a:xfrm>
            <a:off x="1832075" y="2015675"/>
            <a:ext cx="6141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1"/>
          <p:cNvSpPr txBox="1">
            <a:spLocks noGrp="1"/>
          </p:cNvSpPr>
          <p:nvPr>
            <p:ph type="subTitle" idx="3"/>
          </p:nvPr>
        </p:nvSpPr>
        <p:spPr>
          <a:xfrm>
            <a:off x="1832100" y="3063600"/>
            <a:ext cx="6141000" cy="32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07" name="Google Shape;507;p31"/>
          <p:cNvSpPr txBox="1">
            <a:spLocks noGrp="1"/>
          </p:cNvSpPr>
          <p:nvPr>
            <p:ph type="subTitle" idx="4"/>
          </p:nvPr>
        </p:nvSpPr>
        <p:spPr>
          <a:xfrm>
            <a:off x="1832117" y="3392750"/>
            <a:ext cx="6141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32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0" name="Google Shape;510;p32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511" name="Google Shape;511;p32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2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5" name="Google Shape;515;p32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4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32"/>
          <p:cNvSpPr txBox="1">
            <a:spLocks noGrp="1"/>
          </p:cNvSpPr>
          <p:nvPr>
            <p:ph type="subTitle" idx="1"/>
          </p:nvPr>
        </p:nvSpPr>
        <p:spPr>
          <a:xfrm>
            <a:off x="1023848" y="3372875"/>
            <a:ext cx="29127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17" name="Google Shape;517;p32"/>
          <p:cNvSpPr txBox="1">
            <a:spLocks noGrp="1"/>
          </p:cNvSpPr>
          <p:nvPr>
            <p:ph type="subTitle" idx="2"/>
          </p:nvPr>
        </p:nvSpPr>
        <p:spPr>
          <a:xfrm>
            <a:off x="5207473" y="3372875"/>
            <a:ext cx="29127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18" name="Google Shape;518;p32"/>
          <p:cNvSpPr txBox="1">
            <a:spLocks noGrp="1"/>
          </p:cNvSpPr>
          <p:nvPr>
            <p:ph type="subTitle" idx="3"/>
          </p:nvPr>
        </p:nvSpPr>
        <p:spPr>
          <a:xfrm>
            <a:off x="1023862" y="3706448"/>
            <a:ext cx="291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32"/>
          <p:cNvSpPr txBox="1">
            <a:spLocks noGrp="1"/>
          </p:cNvSpPr>
          <p:nvPr>
            <p:ph type="subTitle" idx="4"/>
          </p:nvPr>
        </p:nvSpPr>
        <p:spPr>
          <a:xfrm>
            <a:off x="5207473" y="3706452"/>
            <a:ext cx="291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CUSTOM_7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33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2" name="Google Shape;522;p33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523" name="Google Shape;523;p33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7" name="Google Shape;527;p33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8" name="Google Shape;528;p33"/>
          <p:cNvSpPr txBox="1">
            <a:spLocks noGrp="1"/>
          </p:cNvSpPr>
          <p:nvPr>
            <p:ph type="subTitle" idx="1"/>
          </p:nvPr>
        </p:nvSpPr>
        <p:spPr>
          <a:xfrm>
            <a:off x="1675913" y="1344700"/>
            <a:ext cx="5792100" cy="42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subTitle" idx="2"/>
          </p:nvPr>
        </p:nvSpPr>
        <p:spPr>
          <a:xfrm>
            <a:off x="1675939" y="1703600"/>
            <a:ext cx="579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subTitle" idx="3"/>
          </p:nvPr>
        </p:nvSpPr>
        <p:spPr>
          <a:xfrm>
            <a:off x="1675950" y="2416975"/>
            <a:ext cx="5792100" cy="42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subTitle" idx="4"/>
          </p:nvPr>
        </p:nvSpPr>
        <p:spPr>
          <a:xfrm>
            <a:off x="1675976" y="2775875"/>
            <a:ext cx="579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subTitle" idx="5"/>
          </p:nvPr>
        </p:nvSpPr>
        <p:spPr>
          <a:xfrm>
            <a:off x="1675925" y="3489250"/>
            <a:ext cx="5792100" cy="42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subTitle" idx="6"/>
          </p:nvPr>
        </p:nvSpPr>
        <p:spPr>
          <a:xfrm>
            <a:off x="1675951" y="3848149"/>
            <a:ext cx="579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8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34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6" name="Google Shape;536;p34"/>
          <p:cNvGrpSpPr/>
          <p:nvPr/>
        </p:nvGrpSpPr>
        <p:grpSpPr>
          <a:xfrm>
            <a:off x="362438" y="315677"/>
            <a:ext cx="8419146" cy="4452067"/>
            <a:chOff x="324213" y="315677"/>
            <a:chExt cx="8419146" cy="4452067"/>
          </a:xfrm>
        </p:grpSpPr>
        <p:grpSp>
          <p:nvGrpSpPr>
            <p:cNvPr id="537" name="Google Shape;537;p34"/>
            <p:cNvGrpSpPr/>
            <p:nvPr/>
          </p:nvGrpSpPr>
          <p:grpSpPr>
            <a:xfrm>
              <a:off x="324213" y="315727"/>
              <a:ext cx="8419146" cy="4452017"/>
              <a:chOff x="324213" y="315727"/>
              <a:chExt cx="8419146" cy="4452017"/>
            </a:xfrm>
          </p:grpSpPr>
          <p:sp>
            <p:nvSpPr>
              <p:cNvPr id="538" name="Google Shape;538;p34"/>
              <p:cNvSpPr/>
              <p:nvPr/>
            </p:nvSpPr>
            <p:spPr>
              <a:xfrm>
                <a:off x="324213" y="315727"/>
                <a:ext cx="8419146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dist="47625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4"/>
              <p:cNvSpPr/>
              <p:nvPr/>
            </p:nvSpPr>
            <p:spPr>
              <a:xfrm>
                <a:off x="324213" y="315752"/>
                <a:ext cx="8419146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fill="none" extrusionOk="0">
                    <a:moveTo>
                      <a:pt x="0" y="1"/>
                    </a:moveTo>
                    <a:lnTo>
                      <a:pt x="80086" y="1"/>
                    </a:lnTo>
                    <a:lnTo>
                      <a:pt x="80086" y="80078"/>
                    </a:lnTo>
                    <a:lnTo>
                      <a:pt x="0" y="80078"/>
                    </a:lnTo>
                    <a:close/>
                  </a:path>
                </a:pathLst>
              </a:custGeom>
              <a:noFill/>
              <a:ln w="3050" cap="flat" cmpd="sng">
                <a:solidFill>
                  <a:schemeClr val="dk1"/>
                </a:solidFill>
                <a:prstDash val="solid"/>
                <a:miter lim="873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4"/>
              <p:cNvSpPr/>
              <p:nvPr/>
            </p:nvSpPr>
            <p:spPr>
              <a:xfrm>
                <a:off x="326149" y="315752"/>
                <a:ext cx="60435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568" y="80078"/>
                    </a:lnTo>
                    <a:lnTo>
                      <a:pt x="568" y="56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1" name="Google Shape;541;p34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2" name="Google Shape;542;p34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8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3" name="Google Shape;543;p34"/>
          <p:cNvSpPr txBox="1">
            <a:spLocks noGrp="1"/>
          </p:cNvSpPr>
          <p:nvPr>
            <p:ph type="subTitle" idx="1"/>
          </p:nvPr>
        </p:nvSpPr>
        <p:spPr>
          <a:xfrm>
            <a:off x="1023838" y="1921550"/>
            <a:ext cx="3339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44" name="Google Shape;544;p34"/>
          <p:cNvSpPr txBox="1">
            <a:spLocks noGrp="1"/>
          </p:cNvSpPr>
          <p:nvPr>
            <p:ph type="subTitle" idx="2"/>
          </p:nvPr>
        </p:nvSpPr>
        <p:spPr>
          <a:xfrm>
            <a:off x="1023838" y="3259866"/>
            <a:ext cx="3339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45" name="Google Shape;545;p34"/>
          <p:cNvSpPr txBox="1">
            <a:spLocks noGrp="1"/>
          </p:cNvSpPr>
          <p:nvPr>
            <p:ph type="subTitle" idx="3"/>
          </p:nvPr>
        </p:nvSpPr>
        <p:spPr>
          <a:xfrm>
            <a:off x="4780263" y="3259880"/>
            <a:ext cx="3339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46" name="Google Shape;546;p34"/>
          <p:cNvSpPr txBox="1">
            <a:spLocks noGrp="1"/>
          </p:cNvSpPr>
          <p:nvPr>
            <p:ph type="subTitle" idx="4"/>
          </p:nvPr>
        </p:nvSpPr>
        <p:spPr>
          <a:xfrm>
            <a:off x="1023853" y="2255123"/>
            <a:ext cx="3339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34"/>
          <p:cNvSpPr txBox="1">
            <a:spLocks noGrp="1"/>
          </p:cNvSpPr>
          <p:nvPr>
            <p:ph type="subTitle" idx="5"/>
          </p:nvPr>
        </p:nvSpPr>
        <p:spPr>
          <a:xfrm>
            <a:off x="4780263" y="2255129"/>
            <a:ext cx="3339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34"/>
          <p:cNvSpPr txBox="1">
            <a:spLocks noGrp="1"/>
          </p:cNvSpPr>
          <p:nvPr>
            <p:ph type="subTitle" idx="6"/>
          </p:nvPr>
        </p:nvSpPr>
        <p:spPr>
          <a:xfrm>
            <a:off x="1023853" y="3590600"/>
            <a:ext cx="3339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34"/>
          <p:cNvSpPr txBox="1">
            <a:spLocks noGrp="1"/>
          </p:cNvSpPr>
          <p:nvPr>
            <p:ph type="subTitle" idx="7"/>
          </p:nvPr>
        </p:nvSpPr>
        <p:spPr>
          <a:xfrm>
            <a:off x="4780263" y="3597875"/>
            <a:ext cx="3339900" cy="5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34"/>
          <p:cNvSpPr txBox="1">
            <a:spLocks noGrp="1"/>
          </p:cNvSpPr>
          <p:nvPr>
            <p:ph type="subTitle" idx="8"/>
          </p:nvPr>
        </p:nvSpPr>
        <p:spPr>
          <a:xfrm>
            <a:off x="4780263" y="1921550"/>
            <a:ext cx="3339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5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35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35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554" name="Google Shape;554;p35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5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5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5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35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9" name="Google Shape;559;p35"/>
          <p:cNvSpPr txBox="1">
            <a:spLocks noGrp="1"/>
          </p:cNvSpPr>
          <p:nvPr>
            <p:ph type="subTitle" idx="1"/>
          </p:nvPr>
        </p:nvSpPr>
        <p:spPr>
          <a:xfrm>
            <a:off x="831184" y="1727750"/>
            <a:ext cx="2379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60" name="Google Shape;560;p35"/>
          <p:cNvSpPr txBox="1">
            <a:spLocks noGrp="1"/>
          </p:cNvSpPr>
          <p:nvPr>
            <p:ph type="subTitle" idx="2"/>
          </p:nvPr>
        </p:nvSpPr>
        <p:spPr>
          <a:xfrm>
            <a:off x="831195" y="2061323"/>
            <a:ext cx="2379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35"/>
          <p:cNvSpPr txBox="1">
            <a:spLocks noGrp="1"/>
          </p:cNvSpPr>
          <p:nvPr>
            <p:ph type="subTitle" idx="3"/>
          </p:nvPr>
        </p:nvSpPr>
        <p:spPr>
          <a:xfrm>
            <a:off x="3382484" y="1727750"/>
            <a:ext cx="2379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62" name="Google Shape;562;p35"/>
          <p:cNvSpPr txBox="1">
            <a:spLocks noGrp="1"/>
          </p:cNvSpPr>
          <p:nvPr>
            <p:ph type="subTitle" idx="4"/>
          </p:nvPr>
        </p:nvSpPr>
        <p:spPr>
          <a:xfrm>
            <a:off x="3382495" y="2061323"/>
            <a:ext cx="2379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35"/>
          <p:cNvSpPr txBox="1">
            <a:spLocks noGrp="1"/>
          </p:cNvSpPr>
          <p:nvPr>
            <p:ph type="subTitle" idx="5"/>
          </p:nvPr>
        </p:nvSpPr>
        <p:spPr>
          <a:xfrm>
            <a:off x="5933784" y="1727750"/>
            <a:ext cx="2379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64" name="Google Shape;564;p35"/>
          <p:cNvSpPr txBox="1">
            <a:spLocks noGrp="1"/>
          </p:cNvSpPr>
          <p:nvPr>
            <p:ph type="subTitle" idx="6"/>
          </p:nvPr>
        </p:nvSpPr>
        <p:spPr>
          <a:xfrm>
            <a:off x="5933795" y="2061323"/>
            <a:ext cx="2379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subTitle" idx="7"/>
          </p:nvPr>
        </p:nvSpPr>
        <p:spPr>
          <a:xfrm>
            <a:off x="831159" y="3115300"/>
            <a:ext cx="2379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66" name="Google Shape;566;p35"/>
          <p:cNvSpPr txBox="1">
            <a:spLocks noGrp="1"/>
          </p:cNvSpPr>
          <p:nvPr>
            <p:ph type="subTitle" idx="8"/>
          </p:nvPr>
        </p:nvSpPr>
        <p:spPr>
          <a:xfrm>
            <a:off x="831170" y="3448873"/>
            <a:ext cx="2379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35"/>
          <p:cNvSpPr txBox="1">
            <a:spLocks noGrp="1"/>
          </p:cNvSpPr>
          <p:nvPr>
            <p:ph type="subTitle" idx="9"/>
          </p:nvPr>
        </p:nvSpPr>
        <p:spPr>
          <a:xfrm>
            <a:off x="3382459" y="3115300"/>
            <a:ext cx="2379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68" name="Google Shape;568;p35"/>
          <p:cNvSpPr txBox="1">
            <a:spLocks noGrp="1"/>
          </p:cNvSpPr>
          <p:nvPr>
            <p:ph type="subTitle" idx="13"/>
          </p:nvPr>
        </p:nvSpPr>
        <p:spPr>
          <a:xfrm>
            <a:off x="3382470" y="3448873"/>
            <a:ext cx="2379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35"/>
          <p:cNvSpPr txBox="1">
            <a:spLocks noGrp="1"/>
          </p:cNvSpPr>
          <p:nvPr>
            <p:ph type="subTitle" idx="14"/>
          </p:nvPr>
        </p:nvSpPr>
        <p:spPr>
          <a:xfrm>
            <a:off x="5933759" y="3115300"/>
            <a:ext cx="2379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70" name="Google Shape;570;p35"/>
          <p:cNvSpPr txBox="1">
            <a:spLocks noGrp="1"/>
          </p:cNvSpPr>
          <p:nvPr>
            <p:ph type="subTitle" idx="15"/>
          </p:nvPr>
        </p:nvSpPr>
        <p:spPr>
          <a:xfrm>
            <a:off x="5933770" y="3448873"/>
            <a:ext cx="2379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2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36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3" name="Google Shape;573;p36"/>
          <p:cNvGrpSpPr/>
          <p:nvPr/>
        </p:nvGrpSpPr>
        <p:grpSpPr>
          <a:xfrm>
            <a:off x="5030700" y="239475"/>
            <a:ext cx="2248337" cy="2249386"/>
            <a:chOff x="253775" y="147975"/>
            <a:chExt cx="2248337" cy="2249386"/>
          </a:xfrm>
        </p:grpSpPr>
        <p:sp>
          <p:nvSpPr>
            <p:cNvPr id="574" name="Google Shape;574;p36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36"/>
          <p:cNvGrpSpPr/>
          <p:nvPr/>
        </p:nvGrpSpPr>
        <p:grpSpPr>
          <a:xfrm>
            <a:off x="303983" y="4090509"/>
            <a:ext cx="2779935" cy="853386"/>
            <a:chOff x="5964258" y="4047809"/>
            <a:chExt cx="2779935" cy="853386"/>
          </a:xfrm>
        </p:grpSpPr>
        <p:grpSp>
          <p:nvGrpSpPr>
            <p:cNvPr id="591" name="Google Shape;591;p36"/>
            <p:cNvGrpSpPr/>
            <p:nvPr/>
          </p:nvGrpSpPr>
          <p:grpSpPr>
            <a:xfrm>
              <a:off x="5964258" y="4047809"/>
              <a:ext cx="2779935" cy="853386"/>
              <a:chOff x="5380425" y="2936225"/>
              <a:chExt cx="1648150" cy="505950"/>
            </a:xfrm>
          </p:grpSpPr>
          <p:sp>
            <p:nvSpPr>
              <p:cNvPr id="592" name="Google Shape;592;p36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6"/>
              <p:cNvSpPr/>
              <p:nvPr/>
            </p:nvSpPr>
            <p:spPr>
              <a:xfrm>
                <a:off x="5380425" y="2936225"/>
                <a:ext cx="1648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6"/>
              <p:cNvSpPr/>
              <p:nvPr/>
            </p:nvSpPr>
            <p:spPr>
              <a:xfrm>
                <a:off x="5380425" y="3433100"/>
                <a:ext cx="16481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6"/>
              <p:cNvSpPr/>
              <p:nvPr/>
            </p:nvSpPr>
            <p:spPr>
              <a:xfrm>
                <a:off x="7020875" y="2936225"/>
                <a:ext cx="770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6"/>
              <p:cNvSpPr/>
              <p:nvPr/>
            </p:nvSpPr>
            <p:spPr>
              <a:xfrm>
                <a:off x="5380425" y="2936225"/>
                <a:ext cx="8375" cy="5052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6"/>
              <p:cNvSpPr/>
              <p:nvPr/>
            </p:nvSpPr>
            <p:spPr>
              <a:xfrm>
                <a:off x="5388775" y="2944575"/>
                <a:ext cx="1632125" cy="86450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6"/>
              <p:cNvSpPr/>
              <p:nvPr/>
            </p:nvSpPr>
            <p:spPr>
              <a:xfrm>
                <a:off x="5388775" y="3035175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6"/>
              <p:cNvSpPr/>
              <p:nvPr/>
            </p:nvSpPr>
            <p:spPr>
              <a:xfrm>
                <a:off x="5388775" y="3031000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6"/>
              <p:cNvSpPr/>
              <p:nvPr/>
            </p:nvSpPr>
            <p:spPr>
              <a:xfrm>
                <a:off x="6935850" y="2962000"/>
                <a:ext cx="509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6"/>
              <p:cNvSpPr/>
              <p:nvPr/>
            </p:nvSpPr>
            <p:spPr>
              <a:xfrm>
                <a:off x="6937950" y="2962700"/>
                <a:ext cx="502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6"/>
              <p:cNvSpPr/>
              <p:nvPr/>
            </p:nvSpPr>
            <p:spPr>
              <a:xfrm>
                <a:off x="6937250" y="2962000"/>
                <a:ext cx="50900" cy="516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6"/>
              <p:cNvSpPr/>
              <p:nvPr/>
            </p:nvSpPr>
            <p:spPr>
              <a:xfrm>
                <a:off x="6942825" y="2968975"/>
                <a:ext cx="40450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6"/>
              <p:cNvSpPr/>
              <p:nvPr/>
            </p:nvSpPr>
            <p:spPr>
              <a:xfrm>
                <a:off x="6953275" y="2978025"/>
                <a:ext cx="195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6"/>
              <p:cNvSpPr/>
              <p:nvPr/>
            </p:nvSpPr>
            <p:spPr>
              <a:xfrm>
                <a:off x="5482150" y="3178725"/>
                <a:ext cx="1459300" cy="1401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6"/>
              <p:cNvSpPr/>
              <p:nvPr/>
            </p:nvSpPr>
            <p:spPr>
              <a:xfrm>
                <a:off x="5503075" y="3195475"/>
                <a:ext cx="14174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56699" h="4293" extrusionOk="0">
                    <a:moveTo>
                      <a:pt x="0" y="0"/>
                    </a:moveTo>
                    <a:lnTo>
                      <a:pt x="0" y="4293"/>
                    </a:lnTo>
                    <a:lnTo>
                      <a:pt x="56699" y="4293"/>
                    </a:lnTo>
                    <a:lnTo>
                      <a:pt x="56699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6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6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6"/>
              <p:cNvSpPr/>
              <p:nvPr/>
            </p:nvSpPr>
            <p:spPr>
              <a:xfrm>
                <a:off x="55232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6"/>
              <p:cNvSpPr/>
              <p:nvPr/>
            </p:nvSpPr>
            <p:spPr>
              <a:xfrm>
                <a:off x="5567175" y="3208700"/>
                <a:ext cx="258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63" extrusionOk="0">
                    <a:moveTo>
                      <a:pt x="1" y="1"/>
                    </a:moveTo>
                    <a:lnTo>
                      <a:pt x="1032" y="1"/>
                    </a:lnTo>
                    <a:lnTo>
                      <a:pt x="1032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6"/>
              <p:cNvSpPr/>
              <p:nvPr/>
            </p:nvSpPr>
            <p:spPr>
              <a:xfrm>
                <a:off x="56110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6"/>
              <p:cNvSpPr/>
              <p:nvPr/>
            </p:nvSpPr>
            <p:spPr>
              <a:xfrm>
                <a:off x="56543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6"/>
              <p:cNvSpPr/>
              <p:nvPr/>
            </p:nvSpPr>
            <p:spPr>
              <a:xfrm>
                <a:off x="56989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6"/>
              <p:cNvSpPr/>
              <p:nvPr/>
            </p:nvSpPr>
            <p:spPr>
              <a:xfrm>
                <a:off x="57428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6"/>
              <p:cNvSpPr/>
              <p:nvPr/>
            </p:nvSpPr>
            <p:spPr>
              <a:xfrm>
                <a:off x="57874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6"/>
              <p:cNvSpPr/>
              <p:nvPr/>
            </p:nvSpPr>
            <p:spPr>
              <a:xfrm>
                <a:off x="58306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6"/>
              <p:cNvSpPr/>
              <p:nvPr/>
            </p:nvSpPr>
            <p:spPr>
              <a:xfrm>
                <a:off x="58752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6"/>
              <p:cNvSpPr/>
              <p:nvPr/>
            </p:nvSpPr>
            <p:spPr>
              <a:xfrm>
                <a:off x="59184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6"/>
              <p:cNvSpPr/>
              <p:nvPr/>
            </p:nvSpPr>
            <p:spPr>
              <a:xfrm>
                <a:off x="59623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6"/>
              <p:cNvSpPr/>
              <p:nvPr/>
            </p:nvSpPr>
            <p:spPr>
              <a:xfrm>
                <a:off x="60069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6"/>
              <p:cNvSpPr/>
              <p:nvPr/>
            </p:nvSpPr>
            <p:spPr>
              <a:xfrm>
                <a:off x="60501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6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6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6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6"/>
              <p:cNvSpPr/>
              <p:nvPr/>
            </p:nvSpPr>
            <p:spPr>
              <a:xfrm>
                <a:off x="5482150" y="3174550"/>
                <a:ext cx="1459300" cy="14427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6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6"/>
            <p:cNvGrpSpPr/>
            <p:nvPr/>
          </p:nvGrpSpPr>
          <p:grpSpPr>
            <a:xfrm>
              <a:off x="7394142" y="4507393"/>
              <a:ext cx="190471" cy="137593"/>
              <a:chOff x="6094725" y="3208700"/>
              <a:chExt cx="112925" cy="81575"/>
            </a:xfrm>
          </p:grpSpPr>
          <p:sp>
            <p:nvSpPr>
              <p:cNvPr id="628" name="Google Shape;628;p36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6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6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1" name="Google Shape;631;p36"/>
          <p:cNvGrpSpPr/>
          <p:nvPr/>
        </p:nvGrpSpPr>
        <p:grpSpPr>
          <a:xfrm>
            <a:off x="665053" y="584316"/>
            <a:ext cx="7813888" cy="3922670"/>
            <a:chOff x="2974275" y="1679475"/>
            <a:chExt cx="2002175" cy="2001975"/>
          </a:xfrm>
        </p:grpSpPr>
        <p:sp>
          <p:nvSpPr>
            <p:cNvPr id="632" name="Google Shape;632;p36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3038557" y="2013485"/>
              <a:ext cx="1896464" cy="1548993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3038557" y="2021749"/>
              <a:ext cx="1898783" cy="1537705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2" name="Google Shape;642;p36"/>
          <p:cNvSpPr txBox="1">
            <a:spLocks noGrp="1"/>
          </p:cNvSpPr>
          <p:nvPr>
            <p:ph type="ctrTitle"/>
          </p:nvPr>
        </p:nvSpPr>
        <p:spPr>
          <a:xfrm>
            <a:off x="1255550" y="1447606"/>
            <a:ext cx="66174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solidFill>
                  <a:srgbClr val="212529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43" name="Google Shape;643;p36"/>
          <p:cNvSpPr txBox="1">
            <a:spLocks noGrp="1"/>
          </p:cNvSpPr>
          <p:nvPr>
            <p:ph type="subTitle" idx="1"/>
          </p:nvPr>
        </p:nvSpPr>
        <p:spPr>
          <a:xfrm>
            <a:off x="2356100" y="1978139"/>
            <a:ext cx="4416300" cy="7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4" name="Google Shape;644;p36"/>
          <p:cNvSpPr txBox="1"/>
          <p:nvPr/>
        </p:nvSpPr>
        <p:spPr>
          <a:xfrm>
            <a:off x="1991450" y="3336013"/>
            <a:ext cx="5145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CREDITS:</a:t>
            </a:r>
            <a:r>
              <a:rPr lang="en" sz="11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,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,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sz="1100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37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7" name="Google Shape;647;p37"/>
          <p:cNvGrpSpPr/>
          <p:nvPr/>
        </p:nvGrpSpPr>
        <p:grpSpPr>
          <a:xfrm>
            <a:off x="324213" y="315677"/>
            <a:ext cx="8420961" cy="4452067"/>
            <a:chOff x="324213" y="315677"/>
            <a:chExt cx="8420961" cy="4452067"/>
          </a:xfrm>
        </p:grpSpPr>
        <p:grpSp>
          <p:nvGrpSpPr>
            <p:cNvPr id="648" name="Google Shape;648;p37"/>
            <p:cNvGrpSpPr/>
            <p:nvPr/>
          </p:nvGrpSpPr>
          <p:grpSpPr>
            <a:xfrm>
              <a:off x="324213" y="315677"/>
              <a:ext cx="8420961" cy="4452067"/>
              <a:chOff x="713300" y="315675"/>
              <a:chExt cx="7719278" cy="4452067"/>
            </a:xfrm>
          </p:grpSpPr>
          <p:grpSp>
            <p:nvGrpSpPr>
              <p:cNvPr id="649" name="Google Shape;649;p37"/>
              <p:cNvGrpSpPr/>
              <p:nvPr/>
            </p:nvGrpSpPr>
            <p:grpSpPr>
              <a:xfrm>
                <a:off x="713300" y="315725"/>
                <a:ext cx="7719278" cy="4452017"/>
                <a:chOff x="713300" y="315725"/>
                <a:chExt cx="7719278" cy="4452017"/>
              </a:xfrm>
            </p:grpSpPr>
            <p:sp>
              <p:nvSpPr>
                <p:cNvPr id="650" name="Google Shape;650;p37"/>
                <p:cNvSpPr/>
                <p:nvPr/>
              </p:nvSpPr>
              <p:spPr>
                <a:xfrm>
                  <a:off x="713300" y="315725"/>
                  <a:ext cx="7717584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87" h="80079" extrusionOk="0">
                      <a:moveTo>
                        <a:pt x="0" y="1"/>
                      </a:moveTo>
                      <a:lnTo>
                        <a:pt x="0" y="80078"/>
                      </a:lnTo>
                      <a:lnTo>
                        <a:pt x="80086" y="80078"/>
                      </a:lnTo>
                      <a:lnTo>
                        <a:pt x="8008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dist="47625" dir="3000000" algn="bl" rotWithShape="0">
                    <a:srgbClr val="000000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7"/>
                <p:cNvSpPr/>
                <p:nvPr/>
              </p:nvSpPr>
              <p:spPr>
                <a:xfrm>
                  <a:off x="713300" y="315750"/>
                  <a:ext cx="7717584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87" h="80079" fill="none" extrusionOk="0">
                      <a:moveTo>
                        <a:pt x="0" y="1"/>
                      </a:moveTo>
                      <a:lnTo>
                        <a:pt x="80086" y="1"/>
                      </a:lnTo>
                      <a:lnTo>
                        <a:pt x="80086" y="80078"/>
                      </a:lnTo>
                      <a:lnTo>
                        <a:pt x="0" y="80078"/>
                      </a:lnTo>
                      <a:close/>
                    </a:path>
                  </a:pathLst>
                </a:custGeom>
                <a:noFill/>
                <a:ln w="3050" cap="flat" cmpd="sng">
                  <a:solidFill>
                    <a:schemeClr val="dk1"/>
                  </a:solidFill>
                  <a:prstDash val="solid"/>
                  <a:miter lim="873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7"/>
                <p:cNvSpPr/>
                <p:nvPr/>
              </p:nvSpPr>
              <p:spPr>
                <a:xfrm>
                  <a:off x="716955" y="353573"/>
                  <a:ext cx="7713742" cy="713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17" h="7772" extrusionOk="0">
                      <a:moveTo>
                        <a:pt x="1" y="0"/>
                      </a:moveTo>
                      <a:lnTo>
                        <a:pt x="78917" y="0"/>
                      </a:lnTo>
                      <a:lnTo>
                        <a:pt x="78917" y="7772"/>
                      </a:lnTo>
                      <a:lnTo>
                        <a:pt x="1" y="777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7"/>
                <p:cNvSpPr/>
                <p:nvPr/>
              </p:nvSpPr>
              <p:spPr>
                <a:xfrm>
                  <a:off x="715088" y="1077330"/>
                  <a:ext cx="7717491" cy="2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17" h="421" extrusionOk="0">
                      <a:moveTo>
                        <a:pt x="1" y="1"/>
                      </a:moveTo>
                      <a:lnTo>
                        <a:pt x="1" y="420"/>
                      </a:lnTo>
                      <a:lnTo>
                        <a:pt x="78917" y="420"/>
                      </a:lnTo>
                      <a:lnTo>
                        <a:pt x="7891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37"/>
                <p:cNvSpPr/>
                <p:nvPr/>
              </p:nvSpPr>
              <p:spPr>
                <a:xfrm>
                  <a:off x="715075" y="315750"/>
                  <a:ext cx="55400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80079" extrusionOk="0">
                      <a:moveTo>
                        <a:pt x="0" y="1"/>
                      </a:moveTo>
                      <a:lnTo>
                        <a:pt x="0" y="80078"/>
                      </a:lnTo>
                      <a:lnTo>
                        <a:pt x="568" y="80078"/>
                      </a:lnTo>
                      <a:lnTo>
                        <a:pt x="568" y="56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55" name="Google Shape;655;p37"/>
              <p:cNvSpPr/>
              <p:nvPr/>
            </p:nvSpPr>
            <p:spPr>
              <a:xfrm>
                <a:off x="8374525" y="315675"/>
                <a:ext cx="56175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0079" extrusionOk="0">
                    <a:moveTo>
                      <a:pt x="568" y="1"/>
                    </a:moveTo>
                    <a:lnTo>
                      <a:pt x="1" y="568"/>
                    </a:lnTo>
                    <a:lnTo>
                      <a:pt x="1" y="80078"/>
                    </a:lnTo>
                    <a:lnTo>
                      <a:pt x="568" y="80078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6" name="Google Shape;656;p37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38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9" name="Google Shape;659;p38"/>
          <p:cNvGrpSpPr/>
          <p:nvPr/>
        </p:nvGrpSpPr>
        <p:grpSpPr>
          <a:xfrm>
            <a:off x="6593200" y="231400"/>
            <a:ext cx="2248337" cy="2249386"/>
            <a:chOff x="253775" y="147975"/>
            <a:chExt cx="2248337" cy="2249386"/>
          </a:xfrm>
        </p:grpSpPr>
        <p:sp>
          <p:nvSpPr>
            <p:cNvPr id="660" name="Google Shape;660;p38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8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8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8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8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8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8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8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8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8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38"/>
          <p:cNvGrpSpPr/>
          <p:nvPr/>
        </p:nvGrpSpPr>
        <p:grpSpPr>
          <a:xfrm>
            <a:off x="665053" y="576066"/>
            <a:ext cx="7813888" cy="3922670"/>
            <a:chOff x="2974275" y="1679475"/>
            <a:chExt cx="2002175" cy="2001975"/>
          </a:xfrm>
        </p:grpSpPr>
        <p:sp>
          <p:nvSpPr>
            <p:cNvPr id="677" name="Google Shape;677;p38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8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8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8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8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8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500" y="509775"/>
            <a:ext cx="7713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500" y="1152475"/>
            <a:ext cx="7713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Char char="●"/>
              <a:defRPr sz="1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rypto-dpcz7gfflywetvrv86rtti.streamlit.app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9"/>
          <p:cNvGrpSpPr/>
          <p:nvPr/>
        </p:nvGrpSpPr>
        <p:grpSpPr>
          <a:xfrm>
            <a:off x="5964258" y="3895409"/>
            <a:ext cx="2779935" cy="853386"/>
            <a:chOff x="5964258" y="4047809"/>
            <a:chExt cx="2779935" cy="853386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5964258" y="4047809"/>
              <a:ext cx="2779935" cy="853386"/>
              <a:chOff x="5380425" y="2936225"/>
              <a:chExt cx="1648150" cy="505950"/>
            </a:xfrm>
          </p:grpSpPr>
          <p:sp>
            <p:nvSpPr>
              <p:cNvPr id="693" name="Google Shape;693;p39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9"/>
              <p:cNvSpPr/>
              <p:nvPr/>
            </p:nvSpPr>
            <p:spPr>
              <a:xfrm>
                <a:off x="5380425" y="2936225"/>
                <a:ext cx="1648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9"/>
              <p:cNvSpPr/>
              <p:nvPr/>
            </p:nvSpPr>
            <p:spPr>
              <a:xfrm>
                <a:off x="5380425" y="3433100"/>
                <a:ext cx="16481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9"/>
              <p:cNvSpPr/>
              <p:nvPr/>
            </p:nvSpPr>
            <p:spPr>
              <a:xfrm>
                <a:off x="7020875" y="2936225"/>
                <a:ext cx="770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9"/>
              <p:cNvSpPr/>
              <p:nvPr/>
            </p:nvSpPr>
            <p:spPr>
              <a:xfrm>
                <a:off x="5380425" y="2936225"/>
                <a:ext cx="8375" cy="5052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9"/>
              <p:cNvSpPr/>
              <p:nvPr/>
            </p:nvSpPr>
            <p:spPr>
              <a:xfrm>
                <a:off x="5388775" y="2944575"/>
                <a:ext cx="1632125" cy="86450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9"/>
              <p:cNvSpPr/>
              <p:nvPr/>
            </p:nvSpPr>
            <p:spPr>
              <a:xfrm>
                <a:off x="5388775" y="3035175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9"/>
              <p:cNvSpPr/>
              <p:nvPr/>
            </p:nvSpPr>
            <p:spPr>
              <a:xfrm>
                <a:off x="5388775" y="3031000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9"/>
              <p:cNvSpPr/>
              <p:nvPr/>
            </p:nvSpPr>
            <p:spPr>
              <a:xfrm>
                <a:off x="6935850" y="2962000"/>
                <a:ext cx="509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9"/>
              <p:cNvSpPr/>
              <p:nvPr/>
            </p:nvSpPr>
            <p:spPr>
              <a:xfrm>
                <a:off x="6937950" y="2962700"/>
                <a:ext cx="502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9"/>
              <p:cNvSpPr/>
              <p:nvPr/>
            </p:nvSpPr>
            <p:spPr>
              <a:xfrm>
                <a:off x="6937250" y="2962000"/>
                <a:ext cx="50900" cy="516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9"/>
              <p:cNvSpPr/>
              <p:nvPr/>
            </p:nvSpPr>
            <p:spPr>
              <a:xfrm>
                <a:off x="6942825" y="2968975"/>
                <a:ext cx="40450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9"/>
              <p:cNvSpPr/>
              <p:nvPr/>
            </p:nvSpPr>
            <p:spPr>
              <a:xfrm>
                <a:off x="6953275" y="2978025"/>
                <a:ext cx="195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9"/>
              <p:cNvSpPr/>
              <p:nvPr/>
            </p:nvSpPr>
            <p:spPr>
              <a:xfrm>
                <a:off x="5482150" y="3178725"/>
                <a:ext cx="1459300" cy="1401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9"/>
              <p:cNvSpPr/>
              <p:nvPr/>
            </p:nvSpPr>
            <p:spPr>
              <a:xfrm>
                <a:off x="5503075" y="3195475"/>
                <a:ext cx="14174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56699" h="4293" extrusionOk="0">
                    <a:moveTo>
                      <a:pt x="0" y="0"/>
                    </a:moveTo>
                    <a:lnTo>
                      <a:pt x="0" y="4293"/>
                    </a:lnTo>
                    <a:lnTo>
                      <a:pt x="56699" y="4293"/>
                    </a:lnTo>
                    <a:lnTo>
                      <a:pt x="56699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9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9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9"/>
              <p:cNvSpPr/>
              <p:nvPr/>
            </p:nvSpPr>
            <p:spPr>
              <a:xfrm>
                <a:off x="55232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9"/>
              <p:cNvSpPr/>
              <p:nvPr/>
            </p:nvSpPr>
            <p:spPr>
              <a:xfrm>
                <a:off x="5567175" y="3208700"/>
                <a:ext cx="258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63" extrusionOk="0">
                    <a:moveTo>
                      <a:pt x="1" y="1"/>
                    </a:moveTo>
                    <a:lnTo>
                      <a:pt x="1032" y="1"/>
                    </a:lnTo>
                    <a:lnTo>
                      <a:pt x="1032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9"/>
              <p:cNvSpPr/>
              <p:nvPr/>
            </p:nvSpPr>
            <p:spPr>
              <a:xfrm>
                <a:off x="56110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9"/>
              <p:cNvSpPr/>
              <p:nvPr/>
            </p:nvSpPr>
            <p:spPr>
              <a:xfrm>
                <a:off x="56543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9"/>
              <p:cNvSpPr/>
              <p:nvPr/>
            </p:nvSpPr>
            <p:spPr>
              <a:xfrm>
                <a:off x="56989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9"/>
              <p:cNvSpPr/>
              <p:nvPr/>
            </p:nvSpPr>
            <p:spPr>
              <a:xfrm>
                <a:off x="57428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9"/>
              <p:cNvSpPr/>
              <p:nvPr/>
            </p:nvSpPr>
            <p:spPr>
              <a:xfrm>
                <a:off x="57874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9"/>
              <p:cNvSpPr/>
              <p:nvPr/>
            </p:nvSpPr>
            <p:spPr>
              <a:xfrm>
                <a:off x="58306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9"/>
              <p:cNvSpPr/>
              <p:nvPr/>
            </p:nvSpPr>
            <p:spPr>
              <a:xfrm>
                <a:off x="58752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9"/>
              <p:cNvSpPr/>
              <p:nvPr/>
            </p:nvSpPr>
            <p:spPr>
              <a:xfrm>
                <a:off x="59184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9"/>
              <p:cNvSpPr/>
              <p:nvPr/>
            </p:nvSpPr>
            <p:spPr>
              <a:xfrm>
                <a:off x="59623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9"/>
              <p:cNvSpPr/>
              <p:nvPr/>
            </p:nvSpPr>
            <p:spPr>
              <a:xfrm>
                <a:off x="60069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9"/>
              <p:cNvSpPr/>
              <p:nvPr/>
            </p:nvSpPr>
            <p:spPr>
              <a:xfrm>
                <a:off x="60501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9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9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9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9"/>
              <p:cNvSpPr/>
              <p:nvPr/>
            </p:nvSpPr>
            <p:spPr>
              <a:xfrm>
                <a:off x="5482150" y="3174550"/>
                <a:ext cx="1459300" cy="14427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9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8" name="Google Shape;728;p39"/>
            <p:cNvGrpSpPr/>
            <p:nvPr/>
          </p:nvGrpSpPr>
          <p:grpSpPr>
            <a:xfrm>
              <a:off x="7394142" y="4507393"/>
              <a:ext cx="190471" cy="137593"/>
              <a:chOff x="6094725" y="3208700"/>
              <a:chExt cx="112925" cy="81575"/>
            </a:xfrm>
          </p:grpSpPr>
          <p:sp>
            <p:nvSpPr>
              <p:cNvPr id="729" name="Google Shape;729;p39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9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9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32" name="Google Shape;732;p39"/>
          <p:cNvGrpSpPr/>
          <p:nvPr/>
        </p:nvGrpSpPr>
        <p:grpSpPr>
          <a:xfrm>
            <a:off x="2014240" y="3554770"/>
            <a:ext cx="5115528" cy="1346434"/>
            <a:chOff x="1986927" y="5290578"/>
            <a:chExt cx="5115528" cy="1346434"/>
          </a:xfrm>
        </p:grpSpPr>
        <p:grpSp>
          <p:nvGrpSpPr>
            <p:cNvPr id="733" name="Google Shape;733;p39"/>
            <p:cNvGrpSpPr/>
            <p:nvPr/>
          </p:nvGrpSpPr>
          <p:grpSpPr>
            <a:xfrm>
              <a:off x="1986927" y="5290578"/>
              <a:ext cx="5115528" cy="1346434"/>
              <a:chOff x="1986927" y="5290578"/>
              <a:chExt cx="5115528" cy="1346434"/>
            </a:xfrm>
          </p:grpSpPr>
          <p:sp>
            <p:nvSpPr>
              <p:cNvPr id="734" name="Google Shape;734;p39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9"/>
              <p:cNvSpPr/>
              <p:nvPr/>
            </p:nvSpPr>
            <p:spPr>
              <a:xfrm>
                <a:off x="1986927" y="5290578"/>
                <a:ext cx="5115528" cy="22288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9"/>
              <p:cNvSpPr/>
              <p:nvPr/>
            </p:nvSpPr>
            <p:spPr>
              <a:xfrm>
                <a:off x="7078556" y="5290578"/>
                <a:ext cx="23899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9"/>
              <p:cNvSpPr/>
              <p:nvPr/>
            </p:nvSpPr>
            <p:spPr>
              <a:xfrm>
                <a:off x="1986927" y="5290578"/>
                <a:ext cx="25994" cy="134457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9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9"/>
              <p:cNvSpPr/>
              <p:nvPr/>
            </p:nvSpPr>
            <p:spPr>
              <a:xfrm>
                <a:off x="2012844" y="5312799"/>
                <a:ext cx="5065790" cy="230061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9"/>
              <p:cNvSpPr/>
              <p:nvPr/>
            </p:nvSpPr>
            <p:spPr>
              <a:xfrm>
                <a:off x="2012844" y="5553904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9"/>
              <p:cNvSpPr/>
              <p:nvPr/>
            </p:nvSpPr>
            <p:spPr>
              <a:xfrm>
                <a:off x="2012844" y="5542793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9"/>
              <p:cNvSpPr/>
              <p:nvPr/>
            </p:nvSpPr>
            <p:spPr>
              <a:xfrm>
                <a:off x="1986927" y="6612862"/>
                <a:ext cx="5115528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3" name="Google Shape;743;p39"/>
            <p:cNvGrpSpPr/>
            <p:nvPr/>
          </p:nvGrpSpPr>
          <p:grpSpPr>
            <a:xfrm>
              <a:off x="2302648" y="5892561"/>
              <a:ext cx="4529389" cy="385807"/>
              <a:chOff x="2302648" y="5892561"/>
              <a:chExt cx="4529389" cy="385807"/>
            </a:xfrm>
          </p:grpSpPr>
          <p:sp>
            <p:nvSpPr>
              <p:cNvPr id="744" name="Google Shape;744;p39"/>
              <p:cNvSpPr/>
              <p:nvPr/>
            </p:nvSpPr>
            <p:spPr>
              <a:xfrm>
                <a:off x="2302648" y="5892563"/>
                <a:ext cx="4529375" cy="383944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9"/>
              <p:cNvSpPr/>
              <p:nvPr/>
            </p:nvSpPr>
            <p:spPr>
              <a:xfrm>
                <a:off x="2302661" y="5903671"/>
                <a:ext cx="4529375" cy="374697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9"/>
              <p:cNvSpPr/>
              <p:nvPr/>
            </p:nvSpPr>
            <p:spPr>
              <a:xfrm>
                <a:off x="2302661" y="5903671"/>
                <a:ext cx="4529375" cy="374697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9"/>
              <p:cNvSpPr/>
              <p:nvPr/>
            </p:nvSpPr>
            <p:spPr>
              <a:xfrm>
                <a:off x="2302661" y="5892561"/>
                <a:ext cx="4529375" cy="38394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8" name="Google Shape;748;p39"/>
            <p:cNvGrpSpPr/>
            <p:nvPr/>
          </p:nvGrpSpPr>
          <p:grpSpPr>
            <a:xfrm>
              <a:off x="6874835" y="5359173"/>
              <a:ext cx="139181" cy="137318"/>
              <a:chOff x="1126710" y="5491723"/>
              <a:chExt cx="139181" cy="137318"/>
            </a:xfrm>
          </p:grpSpPr>
          <p:sp>
            <p:nvSpPr>
              <p:cNvPr id="749" name="Google Shape;749;p39"/>
              <p:cNvSpPr/>
              <p:nvPr/>
            </p:nvSpPr>
            <p:spPr>
              <a:xfrm>
                <a:off x="1126710" y="5491723"/>
                <a:ext cx="135455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9"/>
              <p:cNvSpPr/>
              <p:nvPr/>
            </p:nvSpPr>
            <p:spPr>
              <a:xfrm>
                <a:off x="1132299" y="5493586"/>
                <a:ext cx="133592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9"/>
              <p:cNvSpPr/>
              <p:nvPr/>
            </p:nvSpPr>
            <p:spPr>
              <a:xfrm>
                <a:off x="1130436" y="5491723"/>
                <a:ext cx="135455" cy="137318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9"/>
              <p:cNvSpPr/>
              <p:nvPr/>
            </p:nvSpPr>
            <p:spPr>
              <a:xfrm>
                <a:off x="1145272" y="5510285"/>
                <a:ext cx="107646" cy="10392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9"/>
              <p:cNvSpPr/>
              <p:nvPr/>
            </p:nvSpPr>
            <p:spPr>
              <a:xfrm>
                <a:off x="1173082" y="5534368"/>
                <a:ext cx="52026" cy="52026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54" name="Google Shape;754;p39"/>
          <p:cNvSpPr txBox="1">
            <a:spLocks noGrp="1"/>
          </p:cNvSpPr>
          <p:nvPr>
            <p:ph type="ctrTitle"/>
          </p:nvPr>
        </p:nvSpPr>
        <p:spPr>
          <a:xfrm>
            <a:off x="1255550" y="1566409"/>
            <a:ext cx="6617400" cy="18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Predicting Short-Term Bitcoin Price </a:t>
            </a:r>
            <a:endParaRPr sz="3000">
              <a:solidFill>
                <a:schemeClr val="dk1"/>
              </a:solidFill>
            </a:endParaRPr>
          </a:p>
        </p:txBody>
      </p:sp>
      <p:grpSp>
        <p:nvGrpSpPr>
          <p:cNvPr id="755" name="Google Shape;755;p39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756" name="Google Shape;756;p39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9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2" name="Google Shape;772;p39"/>
          <p:cNvSpPr txBox="1">
            <a:spLocks noGrp="1"/>
          </p:cNvSpPr>
          <p:nvPr>
            <p:ph type="subTitle" idx="1"/>
          </p:nvPr>
        </p:nvSpPr>
        <p:spPr>
          <a:xfrm>
            <a:off x="2359230" y="4110760"/>
            <a:ext cx="44163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Silan Liu</a:t>
            </a:r>
            <a:endParaRPr/>
          </a:p>
        </p:txBody>
      </p:sp>
      <p:sp>
        <p:nvSpPr>
          <p:cNvPr id="773" name="Google Shape;773;p39"/>
          <p:cNvSpPr/>
          <p:nvPr/>
        </p:nvSpPr>
        <p:spPr>
          <a:xfrm>
            <a:off x="-3012587" y="6745414"/>
            <a:ext cx="4386057" cy="24150"/>
          </a:xfrm>
          <a:custGeom>
            <a:avLst/>
            <a:gdLst/>
            <a:ahLst/>
            <a:cxnLst/>
            <a:rect l="l" t="t" r="r" b="b"/>
            <a:pathLst>
              <a:path w="65926" h="363" extrusionOk="0">
                <a:moveTo>
                  <a:pt x="0" y="0"/>
                </a:moveTo>
                <a:lnTo>
                  <a:pt x="0" y="363"/>
                </a:lnTo>
                <a:lnTo>
                  <a:pt x="65925" y="363"/>
                </a:lnTo>
                <a:lnTo>
                  <a:pt x="65925" y="0"/>
                </a:lnTo>
                <a:close/>
              </a:path>
            </a:pathLst>
          </a:custGeom>
          <a:solidFill>
            <a:srgbClr val="9C9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9"/>
          <p:cNvSpPr/>
          <p:nvPr/>
        </p:nvSpPr>
        <p:spPr>
          <a:xfrm>
            <a:off x="-3012587" y="5423130"/>
            <a:ext cx="22288" cy="1344571"/>
          </a:xfrm>
          <a:custGeom>
            <a:avLst/>
            <a:gdLst/>
            <a:ahLst/>
            <a:cxnLst/>
            <a:rect l="l" t="t" r="r" b="b"/>
            <a:pathLst>
              <a:path w="335" h="20210" extrusionOk="0">
                <a:moveTo>
                  <a:pt x="0" y="0"/>
                </a:moveTo>
                <a:lnTo>
                  <a:pt x="0" y="20210"/>
                </a:lnTo>
                <a:lnTo>
                  <a:pt x="335" y="19875"/>
                </a:lnTo>
                <a:lnTo>
                  <a:pt x="335" y="335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5" name="Google Shape;775;p39"/>
          <p:cNvGrpSpPr/>
          <p:nvPr/>
        </p:nvGrpSpPr>
        <p:grpSpPr>
          <a:xfrm>
            <a:off x="1255559" y="3494787"/>
            <a:ext cx="252058" cy="473443"/>
            <a:chOff x="2376775" y="2231050"/>
            <a:chExt cx="946875" cy="1778525"/>
          </a:xfrm>
        </p:grpSpPr>
        <p:sp>
          <p:nvSpPr>
            <p:cNvPr id="776" name="Google Shape;776;p39"/>
            <p:cNvSpPr/>
            <p:nvPr/>
          </p:nvSpPr>
          <p:spPr>
            <a:xfrm>
              <a:off x="2478275" y="2433175"/>
              <a:ext cx="744750" cy="1369225"/>
            </a:xfrm>
            <a:custGeom>
              <a:avLst/>
              <a:gdLst/>
              <a:ahLst/>
              <a:cxnLst/>
              <a:rect l="l" t="t" r="r" b="b"/>
              <a:pathLst>
                <a:path w="29790" h="54769" extrusionOk="0">
                  <a:moveTo>
                    <a:pt x="60" y="0"/>
                  </a:moveTo>
                  <a:lnTo>
                    <a:pt x="60" y="15431"/>
                  </a:lnTo>
                  <a:lnTo>
                    <a:pt x="11752" y="27099"/>
                  </a:lnTo>
                  <a:lnTo>
                    <a:pt x="0" y="38850"/>
                  </a:lnTo>
                  <a:lnTo>
                    <a:pt x="0" y="54769"/>
                  </a:lnTo>
                  <a:lnTo>
                    <a:pt x="29790" y="54769"/>
                  </a:lnTo>
                  <a:lnTo>
                    <a:pt x="29790" y="38862"/>
                  </a:lnTo>
                  <a:lnTo>
                    <a:pt x="18027" y="27099"/>
                  </a:lnTo>
                  <a:lnTo>
                    <a:pt x="29790" y="15276"/>
                  </a:lnTo>
                  <a:lnTo>
                    <a:pt x="29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2376775" y="2231050"/>
              <a:ext cx="946875" cy="221200"/>
            </a:xfrm>
            <a:custGeom>
              <a:avLst/>
              <a:gdLst/>
              <a:ahLst/>
              <a:cxnLst/>
              <a:rect l="l" t="t" r="r" b="b"/>
              <a:pathLst>
                <a:path w="37875" h="8848" extrusionOk="0">
                  <a:moveTo>
                    <a:pt x="0" y="1"/>
                  </a:moveTo>
                  <a:lnTo>
                    <a:pt x="0" y="8847"/>
                  </a:lnTo>
                  <a:lnTo>
                    <a:pt x="37874" y="8847"/>
                  </a:lnTo>
                  <a:lnTo>
                    <a:pt x="378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2376775" y="3788700"/>
              <a:ext cx="946875" cy="220875"/>
            </a:xfrm>
            <a:custGeom>
              <a:avLst/>
              <a:gdLst/>
              <a:ahLst/>
              <a:cxnLst/>
              <a:rect l="l" t="t" r="r" b="b"/>
              <a:pathLst>
                <a:path w="37875" h="8835" extrusionOk="0">
                  <a:moveTo>
                    <a:pt x="0" y="0"/>
                  </a:moveTo>
                  <a:lnTo>
                    <a:pt x="0" y="8835"/>
                  </a:lnTo>
                  <a:lnTo>
                    <a:pt x="37874" y="8835"/>
                  </a:lnTo>
                  <a:lnTo>
                    <a:pt x="37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2458925" y="2433175"/>
              <a:ext cx="39325" cy="404825"/>
            </a:xfrm>
            <a:custGeom>
              <a:avLst/>
              <a:gdLst/>
              <a:ahLst/>
              <a:cxnLst/>
              <a:rect l="l" t="t" r="r" b="b"/>
              <a:pathLst>
                <a:path w="1573" h="16193" extrusionOk="0">
                  <a:moveTo>
                    <a:pt x="1" y="0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2458925" y="3383875"/>
              <a:ext cx="39325" cy="404850"/>
            </a:xfrm>
            <a:custGeom>
              <a:avLst/>
              <a:gdLst/>
              <a:ahLst/>
              <a:cxnLst/>
              <a:rect l="l" t="t" r="r" b="b"/>
              <a:pathLst>
                <a:path w="1573" h="16194" extrusionOk="0">
                  <a:moveTo>
                    <a:pt x="1" y="1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2498800" y="283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9"/>
            <p:cNvSpPr/>
            <p:nvPr/>
          </p:nvSpPr>
          <p:spPr>
            <a:xfrm>
              <a:off x="2540775" y="287995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" y="0"/>
                  </a:moveTo>
                  <a:lnTo>
                    <a:pt x="1" y="1691"/>
                  </a:lnTo>
                  <a:lnTo>
                    <a:pt x="1691" y="1691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9"/>
            <p:cNvSpPr/>
            <p:nvPr/>
          </p:nvSpPr>
          <p:spPr>
            <a:xfrm>
              <a:off x="2583050" y="2921625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9"/>
            <p:cNvSpPr/>
            <p:nvPr/>
          </p:nvSpPr>
          <p:spPr>
            <a:xfrm>
              <a:off x="2624725" y="29638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2666700" y="300585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27086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9"/>
            <p:cNvSpPr/>
            <p:nvPr/>
          </p:nvSpPr>
          <p:spPr>
            <a:xfrm>
              <a:off x="2750625" y="3089800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1" y="0"/>
                  </a:moveTo>
                  <a:lnTo>
                    <a:pt x="1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9"/>
            <p:cNvSpPr/>
            <p:nvPr/>
          </p:nvSpPr>
          <p:spPr>
            <a:xfrm>
              <a:off x="2708650" y="31320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2666700" y="31740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2624725" y="32160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2583050" y="325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2540775" y="3299650"/>
              <a:ext cx="42300" cy="41975"/>
            </a:xfrm>
            <a:custGeom>
              <a:avLst/>
              <a:gdLst/>
              <a:ahLst/>
              <a:cxnLst/>
              <a:rect l="l" t="t" r="r" b="b"/>
              <a:pathLst>
                <a:path w="1692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91" y="1679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9"/>
            <p:cNvSpPr/>
            <p:nvPr/>
          </p:nvSpPr>
          <p:spPr>
            <a:xfrm>
              <a:off x="2498800" y="3341600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1" y="1"/>
                  </a:moveTo>
                  <a:lnTo>
                    <a:pt x="1" y="1692"/>
                  </a:lnTo>
                  <a:lnTo>
                    <a:pt x="1680" y="1692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9"/>
            <p:cNvSpPr/>
            <p:nvPr/>
          </p:nvSpPr>
          <p:spPr>
            <a:xfrm>
              <a:off x="3202775" y="2433175"/>
              <a:ext cx="39000" cy="404825"/>
            </a:xfrm>
            <a:custGeom>
              <a:avLst/>
              <a:gdLst/>
              <a:ahLst/>
              <a:cxnLst/>
              <a:rect l="l" t="t" r="r" b="b"/>
              <a:pathLst>
                <a:path w="1560" h="16193" extrusionOk="0">
                  <a:moveTo>
                    <a:pt x="0" y="0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3202775" y="3383875"/>
              <a:ext cx="39000" cy="404850"/>
            </a:xfrm>
            <a:custGeom>
              <a:avLst/>
              <a:gdLst/>
              <a:ahLst/>
              <a:cxnLst/>
              <a:rect l="l" t="t" r="r" b="b"/>
              <a:pathLst>
                <a:path w="1560" h="16194" extrusionOk="0">
                  <a:moveTo>
                    <a:pt x="0" y="1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3159900" y="28376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3117925" y="28796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3075975" y="2921925"/>
              <a:ext cx="41975" cy="42275"/>
            </a:xfrm>
            <a:custGeom>
              <a:avLst/>
              <a:gdLst/>
              <a:ahLst/>
              <a:cxnLst/>
              <a:rect l="l" t="t" r="r" b="b"/>
              <a:pathLst>
                <a:path w="1679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9"/>
            <p:cNvSpPr/>
            <p:nvPr/>
          </p:nvSpPr>
          <p:spPr>
            <a:xfrm>
              <a:off x="3034000" y="2963875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0" y="1"/>
                  </a:moveTo>
                  <a:lnTo>
                    <a:pt x="0" y="1692"/>
                  </a:lnTo>
                  <a:lnTo>
                    <a:pt x="1679" y="1692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9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9"/>
            <p:cNvSpPr/>
            <p:nvPr/>
          </p:nvSpPr>
          <p:spPr>
            <a:xfrm>
              <a:off x="2992025" y="30058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29500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2907800" y="308980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9"/>
            <p:cNvSpPr/>
            <p:nvPr/>
          </p:nvSpPr>
          <p:spPr>
            <a:xfrm>
              <a:off x="2950050" y="3131775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9"/>
            <p:cNvSpPr/>
            <p:nvPr/>
          </p:nvSpPr>
          <p:spPr>
            <a:xfrm>
              <a:off x="2992025" y="31737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9"/>
            <p:cNvSpPr/>
            <p:nvPr/>
          </p:nvSpPr>
          <p:spPr>
            <a:xfrm>
              <a:off x="3034000" y="32157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9"/>
            <p:cNvSpPr/>
            <p:nvPr/>
          </p:nvSpPr>
          <p:spPr>
            <a:xfrm>
              <a:off x="3075975" y="325767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9"/>
            <p:cNvSpPr/>
            <p:nvPr/>
          </p:nvSpPr>
          <p:spPr>
            <a:xfrm>
              <a:off x="3117925" y="3299950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9"/>
            <p:cNvSpPr/>
            <p:nvPr/>
          </p:nvSpPr>
          <p:spPr>
            <a:xfrm>
              <a:off x="3159900" y="33419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9"/>
            <p:cNvSpPr/>
            <p:nvPr/>
          </p:nvSpPr>
          <p:spPr>
            <a:xfrm>
              <a:off x="2589300" y="2848400"/>
              <a:ext cx="522125" cy="909650"/>
            </a:xfrm>
            <a:custGeom>
              <a:avLst/>
              <a:gdLst/>
              <a:ahLst/>
              <a:cxnLst/>
              <a:rect l="l" t="t" r="r" b="b"/>
              <a:pathLst>
                <a:path w="20885" h="36386" extrusionOk="0">
                  <a:moveTo>
                    <a:pt x="4227" y="0"/>
                  </a:moveTo>
                  <a:lnTo>
                    <a:pt x="4227" y="3025"/>
                  </a:lnTo>
                  <a:lnTo>
                    <a:pt x="5727" y="3025"/>
                  </a:lnTo>
                  <a:lnTo>
                    <a:pt x="5727" y="4727"/>
                  </a:lnTo>
                  <a:lnTo>
                    <a:pt x="7311" y="4727"/>
                  </a:lnTo>
                  <a:lnTo>
                    <a:pt x="7311" y="6287"/>
                  </a:lnTo>
                  <a:lnTo>
                    <a:pt x="8835" y="6287"/>
                  </a:lnTo>
                  <a:lnTo>
                    <a:pt x="8835" y="7835"/>
                  </a:lnTo>
                  <a:lnTo>
                    <a:pt x="9585" y="7835"/>
                  </a:lnTo>
                  <a:lnTo>
                    <a:pt x="9585" y="22253"/>
                  </a:lnTo>
                  <a:lnTo>
                    <a:pt x="8835" y="22253"/>
                  </a:lnTo>
                  <a:lnTo>
                    <a:pt x="8835" y="23801"/>
                  </a:lnTo>
                  <a:lnTo>
                    <a:pt x="7311" y="23801"/>
                  </a:lnTo>
                  <a:lnTo>
                    <a:pt x="7311" y="25349"/>
                  </a:lnTo>
                  <a:lnTo>
                    <a:pt x="5727" y="25349"/>
                  </a:lnTo>
                  <a:lnTo>
                    <a:pt x="5727" y="27075"/>
                  </a:lnTo>
                  <a:lnTo>
                    <a:pt x="4227" y="27075"/>
                  </a:lnTo>
                  <a:lnTo>
                    <a:pt x="4227" y="28992"/>
                  </a:lnTo>
                  <a:lnTo>
                    <a:pt x="0" y="28992"/>
                  </a:lnTo>
                  <a:lnTo>
                    <a:pt x="0" y="36386"/>
                  </a:lnTo>
                  <a:lnTo>
                    <a:pt x="20884" y="36386"/>
                  </a:lnTo>
                  <a:lnTo>
                    <a:pt x="20884" y="28992"/>
                  </a:lnTo>
                  <a:lnTo>
                    <a:pt x="16669" y="28992"/>
                  </a:lnTo>
                  <a:lnTo>
                    <a:pt x="16669" y="27075"/>
                  </a:lnTo>
                  <a:lnTo>
                    <a:pt x="15169" y="27075"/>
                  </a:lnTo>
                  <a:lnTo>
                    <a:pt x="15169" y="25349"/>
                  </a:lnTo>
                  <a:lnTo>
                    <a:pt x="13586" y="25349"/>
                  </a:lnTo>
                  <a:lnTo>
                    <a:pt x="13586" y="23801"/>
                  </a:lnTo>
                  <a:lnTo>
                    <a:pt x="12050" y="23801"/>
                  </a:lnTo>
                  <a:lnTo>
                    <a:pt x="12050" y="22253"/>
                  </a:lnTo>
                  <a:lnTo>
                    <a:pt x="11311" y="22253"/>
                  </a:lnTo>
                  <a:lnTo>
                    <a:pt x="11311" y="7835"/>
                  </a:lnTo>
                  <a:lnTo>
                    <a:pt x="12050" y="7835"/>
                  </a:lnTo>
                  <a:lnTo>
                    <a:pt x="12050" y="6287"/>
                  </a:lnTo>
                  <a:lnTo>
                    <a:pt x="13586" y="6287"/>
                  </a:lnTo>
                  <a:lnTo>
                    <a:pt x="13586" y="4727"/>
                  </a:lnTo>
                  <a:lnTo>
                    <a:pt x="15169" y="4727"/>
                  </a:lnTo>
                  <a:lnTo>
                    <a:pt x="15169" y="3025"/>
                  </a:lnTo>
                  <a:lnTo>
                    <a:pt x="16669" y="3025"/>
                  </a:lnTo>
                  <a:lnTo>
                    <a:pt x="16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0"/>
          <p:cNvSpPr/>
          <p:nvPr/>
        </p:nvSpPr>
        <p:spPr>
          <a:xfrm>
            <a:off x="424775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5" name="Google Shape;815;p40"/>
          <p:cNvGrpSpPr/>
          <p:nvPr/>
        </p:nvGrpSpPr>
        <p:grpSpPr>
          <a:xfrm>
            <a:off x="424775" y="1053444"/>
            <a:ext cx="8296747" cy="45756"/>
            <a:chOff x="386575" y="1053444"/>
            <a:chExt cx="8296747" cy="45756"/>
          </a:xfrm>
        </p:grpSpPr>
        <p:sp>
          <p:nvSpPr>
            <p:cNvPr id="816" name="Google Shape;816;p40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8" name="Google Shape;818;p40"/>
          <p:cNvGrpSpPr/>
          <p:nvPr/>
        </p:nvGrpSpPr>
        <p:grpSpPr>
          <a:xfrm>
            <a:off x="4672208" y="2948827"/>
            <a:ext cx="3722683" cy="1341952"/>
            <a:chOff x="844350" y="1447525"/>
            <a:chExt cx="3472005" cy="1341952"/>
          </a:xfrm>
        </p:grpSpPr>
        <p:sp>
          <p:nvSpPr>
            <p:cNvPr id="819" name="Google Shape;819;p40"/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0" name="Google Shape;820;p40"/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821" name="Google Shape;821;p40"/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40"/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3" name="Google Shape;823;p40"/>
          <p:cNvGrpSpPr/>
          <p:nvPr/>
        </p:nvGrpSpPr>
        <p:grpSpPr>
          <a:xfrm>
            <a:off x="4672208" y="1407952"/>
            <a:ext cx="3722683" cy="1341952"/>
            <a:chOff x="844350" y="1447525"/>
            <a:chExt cx="3472005" cy="1341952"/>
          </a:xfrm>
        </p:grpSpPr>
        <p:sp>
          <p:nvSpPr>
            <p:cNvPr id="824" name="Google Shape;824;p40"/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5" name="Google Shape;825;p40"/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826" name="Google Shape;826;p40"/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0"/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8" name="Google Shape;828;p40"/>
          <p:cNvGrpSpPr/>
          <p:nvPr/>
        </p:nvGrpSpPr>
        <p:grpSpPr>
          <a:xfrm>
            <a:off x="749065" y="2948827"/>
            <a:ext cx="3722683" cy="1341952"/>
            <a:chOff x="844350" y="1447525"/>
            <a:chExt cx="3472005" cy="1341952"/>
          </a:xfrm>
        </p:grpSpPr>
        <p:sp>
          <p:nvSpPr>
            <p:cNvPr id="829" name="Google Shape;829;p40"/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0" name="Google Shape;830;p40"/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831" name="Google Shape;831;p40"/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0"/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33" name="Google Shape;833;p40"/>
          <p:cNvGrpSpPr/>
          <p:nvPr/>
        </p:nvGrpSpPr>
        <p:grpSpPr>
          <a:xfrm>
            <a:off x="749071" y="1407952"/>
            <a:ext cx="3722683" cy="1341952"/>
            <a:chOff x="844350" y="1447525"/>
            <a:chExt cx="3472005" cy="1341952"/>
          </a:xfrm>
        </p:grpSpPr>
        <p:sp>
          <p:nvSpPr>
            <p:cNvPr id="834" name="Google Shape;834;p40"/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5" name="Google Shape;835;p40"/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836" name="Google Shape;836;p40"/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40"/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8" name="Google Shape;838;p40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39" name="Google Shape;839;p40"/>
          <p:cNvSpPr txBox="1">
            <a:spLocks noGrp="1"/>
          </p:cNvSpPr>
          <p:nvPr>
            <p:ph type="subTitle" idx="1"/>
          </p:nvPr>
        </p:nvSpPr>
        <p:spPr>
          <a:xfrm>
            <a:off x="1838350" y="1851675"/>
            <a:ext cx="24741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840" name="Google Shape;840;p40"/>
          <p:cNvSpPr txBox="1">
            <a:spLocks noGrp="1"/>
          </p:cNvSpPr>
          <p:nvPr>
            <p:ph type="subTitle" idx="2"/>
          </p:nvPr>
        </p:nvSpPr>
        <p:spPr>
          <a:xfrm>
            <a:off x="5654850" y="1851675"/>
            <a:ext cx="24741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841" name="Google Shape;841;p40"/>
          <p:cNvSpPr txBox="1">
            <a:spLocks noGrp="1"/>
          </p:cNvSpPr>
          <p:nvPr>
            <p:ph type="subTitle" idx="3"/>
          </p:nvPr>
        </p:nvSpPr>
        <p:spPr>
          <a:xfrm>
            <a:off x="1838350" y="3392543"/>
            <a:ext cx="24741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Outcomes</a:t>
            </a:r>
            <a:endParaRPr/>
          </a:p>
        </p:txBody>
      </p:sp>
      <p:sp>
        <p:nvSpPr>
          <p:cNvPr id="842" name="Google Shape;842;p40"/>
          <p:cNvSpPr txBox="1">
            <a:spLocks noGrp="1"/>
          </p:cNvSpPr>
          <p:nvPr>
            <p:ph type="subTitle" idx="4"/>
          </p:nvPr>
        </p:nvSpPr>
        <p:spPr>
          <a:xfrm>
            <a:off x="5725613" y="3392553"/>
            <a:ext cx="24741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40"/>
          <p:cNvSpPr txBox="1">
            <a:spLocks noGrp="1"/>
          </p:cNvSpPr>
          <p:nvPr>
            <p:ph type="title" idx="9"/>
          </p:nvPr>
        </p:nvSpPr>
        <p:spPr>
          <a:xfrm>
            <a:off x="908375" y="1909049"/>
            <a:ext cx="9300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44" name="Google Shape;844;p40"/>
          <p:cNvSpPr txBox="1">
            <a:spLocks noGrp="1"/>
          </p:cNvSpPr>
          <p:nvPr>
            <p:ph type="title" idx="13"/>
          </p:nvPr>
        </p:nvSpPr>
        <p:spPr>
          <a:xfrm>
            <a:off x="4867363" y="1909062"/>
            <a:ext cx="9300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45" name="Google Shape;845;p40"/>
          <p:cNvSpPr txBox="1">
            <a:spLocks noGrp="1"/>
          </p:cNvSpPr>
          <p:nvPr>
            <p:ph type="title" idx="14"/>
          </p:nvPr>
        </p:nvSpPr>
        <p:spPr>
          <a:xfrm>
            <a:off x="908375" y="3443363"/>
            <a:ext cx="9300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46" name="Google Shape;846;p40"/>
          <p:cNvSpPr txBox="1">
            <a:spLocks noGrp="1"/>
          </p:cNvSpPr>
          <p:nvPr>
            <p:ph type="title" idx="15"/>
          </p:nvPr>
        </p:nvSpPr>
        <p:spPr>
          <a:xfrm>
            <a:off x="4867383" y="3443375"/>
            <a:ext cx="9300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847" name="Google Shape;847;p40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848" name="Google Shape;848;p40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0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0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0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0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0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0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0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0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0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0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0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0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0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0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0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8" name="Google Shape;868;p41"/>
          <p:cNvGrpSpPr/>
          <p:nvPr/>
        </p:nvGrpSpPr>
        <p:grpSpPr>
          <a:xfrm>
            <a:off x="2014265" y="3554770"/>
            <a:ext cx="5115528" cy="1346434"/>
            <a:chOff x="2014240" y="3554770"/>
            <a:chExt cx="5115528" cy="1346434"/>
          </a:xfrm>
        </p:grpSpPr>
        <p:grpSp>
          <p:nvGrpSpPr>
            <p:cNvPr id="869" name="Google Shape;869;p41"/>
            <p:cNvGrpSpPr/>
            <p:nvPr/>
          </p:nvGrpSpPr>
          <p:grpSpPr>
            <a:xfrm>
              <a:off x="2014240" y="3554770"/>
              <a:ext cx="5115528" cy="1346434"/>
              <a:chOff x="1986927" y="5290578"/>
              <a:chExt cx="5115528" cy="1346434"/>
            </a:xfrm>
          </p:grpSpPr>
          <p:sp>
            <p:nvSpPr>
              <p:cNvPr id="870" name="Google Shape;870;p41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1986927" y="5290578"/>
                <a:ext cx="5115528" cy="22288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7078556" y="5290578"/>
                <a:ext cx="23899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1"/>
              <p:cNvSpPr/>
              <p:nvPr/>
            </p:nvSpPr>
            <p:spPr>
              <a:xfrm>
                <a:off x="1986927" y="5290578"/>
                <a:ext cx="25994" cy="134457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1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2012844" y="5312799"/>
                <a:ext cx="5065790" cy="230061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2012844" y="5553904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1"/>
              <p:cNvSpPr/>
              <p:nvPr/>
            </p:nvSpPr>
            <p:spPr>
              <a:xfrm>
                <a:off x="2012844" y="5542793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1"/>
              <p:cNvSpPr/>
              <p:nvPr/>
            </p:nvSpPr>
            <p:spPr>
              <a:xfrm>
                <a:off x="1986927" y="6612862"/>
                <a:ext cx="5115528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9" name="Google Shape;879;p41"/>
            <p:cNvGrpSpPr/>
            <p:nvPr/>
          </p:nvGrpSpPr>
          <p:grpSpPr>
            <a:xfrm>
              <a:off x="2329938" y="4011975"/>
              <a:ext cx="4529389" cy="694084"/>
              <a:chOff x="2302642" y="5867178"/>
              <a:chExt cx="4529389" cy="441782"/>
            </a:xfrm>
          </p:grpSpPr>
          <p:sp>
            <p:nvSpPr>
              <p:cNvPr id="880" name="Google Shape;880;p41"/>
              <p:cNvSpPr/>
              <p:nvPr/>
            </p:nvSpPr>
            <p:spPr>
              <a:xfrm>
                <a:off x="2302642" y="5867180"/>
                <a:ext cx="4529375" cy="439648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1"/>
              <p:cNvSpPr/>
              <p:nvPr/>
            </p:nvSpPr>
            <p:spPr>
              <a:xfrm>
                <a:off x="2302655" y="5879900"/>
                <a:ext cx="4529375" cy="42906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1"/>
              <p:cNvSpPr/>
              <p:nvPr/>
            </p:nvSpPr>
            <p:spPr>
              <a:xfrm>
                <a:off x="2302655" y="5867178"/>
                <a:ext cx="4529375" cy="439649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3" name="Google Shape;883;p41"/>
            <p:cNvGrpSpPr/>
            <p:nvPr/>
          </p:nvGrpSpPr>
          <p:grpSpPr>
            <a:xfrm>
              <a:off x="6902148" y="3623364"/>
              <a:ext cx="139181" cy="137318"/>
              <a:chOff x="1126710" y="5491723"/>
              <a:chExt cx="139181" cy="137318"/>
            </a:xfrm>
          </p:grpSpPr>
          <p:sp>
            <p:nvSpPr>
              <p:cNvPr id="884" name="Google Shape;884;p41"/>
              <p:cNvSpPr/>
              <p:nvPr/>
            </p:nvSpPr>
            <p:spPr>
              <a:xfrm>
                <a:off x="1126710" y="5491723"/>
                <a:ext cx="135455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1"/>
              <p:cNvSpPr/>
              <p:nvPr/>
            </p:nvSpPr>
            <p:spPr>
              <a:xfrm>
                <a:off x="1132299" y="5493586"/>
                <a:ext cx="133592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1"/>
              <p:cNvSpPr/>
              <p:nvPr/>
            </p:nvSpPr>
            <p:spPr>
              <a:xfrm>
                <a:off x="1130436" y="5491723"/>
                <a:ext cx="135455" cy="137318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1145272" y="5510285"/>
                <a:ext cx="107646" cy="10392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1173082" y="5534368"/>
                <a:ext cx="52026" cy="52026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89" name="Google Shape;889;p41"/>
          <p:cNvSpPr txBox="1">
            <a:spLocks noGrp="1"/>
          </p:cNvSpPr>
          <p:nvPr>
            <p:ph type="title"/>
          </p:nvPr>
        </p:nvSpPr>
        <p:spPr>
          <a:xfrm>
            <a:off x="1648375" y="2715150"/>
            <a:ext cx="58473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890" name="Google Shape;890;p41"/>
          <p:cNvSpPr txBox="1">
            <a:spLocks noGrp="1"/>
          </p:cNvSpPr>
          <p:nvPr>
            <p:ph type="subTitle" idx="1"/>
          </p:nvPr>
        </p:nvSpPr>
        <p:spPr>
          <a:xfrm>
            <a:off x="2501550" y="4100325"/>
            <a:ext cx="414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Background &amp; Objective</a:t>
            </a:r>
            <a:endParaRPr/>
          </a:p>
        </p:txBody>
      </p:sp>
      <p:sp>
        <p:nvSpPr>
          <p:cNvPr id="891" name="Google Shape;891;p41"/>
          <p:cNvSpPr txBox="1">
            <a:spLocks noGrp="1"/>
          </p:cNvSpPr>
          <p:nvPr>
            <p:ph type="title" idx="2"/>
          </p:nvPr>
        </p:nvSpPr>
        <p:spPr>
          <a:xfrm>
            <a:off x="3266563" y="1577550"/>
            <a:ext cx="26109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892" name="Google Shape;892;p41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893" name="Google Shape;893;p41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1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1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1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1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1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1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1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1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1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1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1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1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1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1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" name="Google Shape;909;p41"/>
          <p:cNvGrpSpPr/>
          <p:nvPr/>
        </p:nvGrpSpPr>
        <p:grpSpPr>
          <a:xfrm>
            <a:off x="7828359" y="3494787"/>
            <a:ext cx="252058" cy="473443"/>
            <a:chOff x="2376775" y="2231050"/>
            <a:chExt cx="946875" cy="1778525"/>
          </a:xfrm>
        </p:grpSpPr>
        <p:sp>
          <p:nvSpPr>
            <p:cNvPr id="910" name="Google Shape;910;p41"/>
            <p:cNvSpPr/>
            <p:nvPr/>
          </p:nvSpPr>
          <p:spPr>
            <a:xfrm>
              <a:off x="2478275" y="2433175"/>
              <a:ext cx="744750" cy="1369225"/>
            </a:xfrm>
            <a:custGeom>
              <a:avLst/>
              <a:gdLst/>
              <a:ahLst/>
              <a:cxnLst/>
              <a:rect l="l" t="t" r="r" b="b"/>
              <a:pathLst>
                <a:path w="29790" h="54769" extrusionOk="0">
                  <a:moveTo>
                    <a:pt x="60" y="0"/>
                  </a:moveTo>
                  <a:lnTo>
                    <a:pt x="60" y="15431"/>
                  </a:lnTo>
                  <a:lnTo>
                    <a:pt x="11752" y="27099"/>
                  </a:lnTo>
                  <a:lnTo>
                    <a:pt x="0" y="38850"/>
                  </a:lnTo>
                  <a:lnTo>
                    <a:pt x="0" y="54769"/>
                  </a:lnTo>
                  <a:lnTo>
                    <a:pt x="29790" y="54769"/>
                  </a:lnTo>
                  <a:lnTo>
                    <a:pt x="29790" y="38862"/>
                  </a:lnTo>
                  <a:lnTo>
                    <a:pt x="18027" y="27099"/>
                  </a:lnTo>
                  <a:lnTo>
                    <a:pt x="29790" y="15276"/>
                  </a:lnTo>
                  <a:lnTo>
                    <a:pt x="29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2376775" y="2231050"/>
              <a:ext cx="946875" cy="221200"/>
            </a:xfrm>
            <a:custGeom>
              <a:avLst/>
              <a:gdLst/>
              <a:ahLst/>
              <a:cxnLst/>
              <a:rect l="l" t="t" r="r" b="b"/>
              <a:pathLst>
                <a:path w="37875" h="8848" extrusionOk="0">
                  <a:moveTo>
                    <a:pt x="0" y="1"/>
                  </a:moveTo>
                  <a:lnTo>
                    <a:pt x="0" y="8847"/>
                  </a:lnTo>
                  <a:lnTo>
                    <a:pt x="37874" y="8847"/>
                  </a:lnTo>
                  <a:lnTo>
                    <a:pt x="378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2376775" y="3788700"/>
              <a:ext cx="946875" cy="220875"/>
            </a:xfrm>
            <a:custGeom>
              <a:avLst/>
              <a:gdLst/>
              <a:ahLst/>
              <a:cxnLst/>
              <a:rect l="l" t="t" r="r" b="b"/>
              <a:pathLst>
                <a:path w="37875" h="8835" extrusionOk="0">
                  <a:moveTo>
                    <a:pt x="0" y="0"/>
                  </a:moveTo>
                  <a:lnTo>
                    <a:pt x="0" y="8835"/>
                  </a:lnTo>
                  <a:lnTo>
                    <a:pt x="37874" y="8835"/>
                  </a:lnTo>
                  <a:lnTo>
                    <a:pt x="37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2458925" y="2433175"/>
              <a:ext cx="39325" cy="404825"/>
            </a:xfrm>
            <a:custGeom>
              <a:avLst/>
              <a:gdLst/>
              <a:ahLst/>
              <a:cxnLst/>
              <a:rect l="l" t="t" r="r" b="b"/>
              <a:pathLst>
                <a:path w="1573" h="16193" extrusionOk="0">
                  <a:moveTo>
                    <a:pt x="1" y="0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2458925" y="3383875"/>
              <a:ext cx="39325" cy="404850"/>
            </a:xfrm>
            <a:custGeom>
              <a:avLst/>
              <a:gdLst/>
              <a:ahLst/>
              <a:cxnLst/>
              <a:rect l="l" t="t" r="r" b="b"/>
              <a:pathLst>
                <a:path w="1573" h="16194" extrusionOk="0">
                  <a:moveTo>
                    <a:pt x="1" y="1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>
              <a:off x="2498800" y="283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1"/>
            <p:cNvSpPr/>
            <p:nvPr/>
          </p:nvSpPr>
          <p:spPr>
            <a:xfrm>
              <a:off x="2540775" y="287995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" y="0"/>
                  </a:moveTo>
                  <a:lnTo>
                    <a:pt x="1" y="1691"/>
                  </a:lnTo>
                  <a:lnTo>
                    <a:pt x="1691" y="1691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1"/>
            <p:cNvSpPr/>
            <p:nvPr/>
          </p:nvSpPr>
          <p:spPr>
            <a:xfrm>
              <a:off x="2583050" y="2921625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1"/>
            <p:cNvSpPr/>
            <p:nvPr/>
          </p:nvSpPr>
          <p:spPr>
            <a:xfrm>
              <a:off x="2624725" y="29638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1"/>
            <p:cNvSpPr/>
            <p:nvPr/>
          </p:nvSpPr>
          <p:spPr>
            <a:xfrm>
              <a:off x="2666700" y="300585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1"/>
            <p:cNvSpPr/>
            <p:nvPr/>
          </p:nvSpPr>
          <p:spPr>
            <a:xfrm>
              <a:off x="27086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1"/>
            <p:cNvSpPr/>
            <p:nvPr/>
          </p:nvSpPr>
          <p:spPr>
            <a:xfrm>
              <a:off x="2750625" y="3089800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1" y="0"/>
                  </a:moveTo>
                  <a:lnTo>
                    <a:pt x="1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1"/>
            <p:cNvSpPr/>
            <p:nvPr/>
          </p:nvSpPr>
          <p:spPr>
            <a:xfrm>
              <a:off x="2708650" y="31320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1"/>
            <p:cNvSpPr/>
            <p:nvPr/>
          </p:nvSpPr>
          <p:spPr>
            <a:xfrm>
              <a:off x="2666700" y="31740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1"/>
            <p:cNvSpPr/>
            <p:nvPr/>
          </p:nvSpPr>
          <p:spPr>
            <a:xfrm>
              <a:off x="2624725" y="32160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1"/>
            <p:cNvSpPr/>
            <p:nvPr/>
          </p:nvSpPr>
          <p:spPr>
            <a:xfrm>
              <a:off x="2583050" y="325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1"/>
            <p:cNvSpPr/>
            <p:nvPr/>
          </p:nvSpPr>
          <p:spPr>
            <a:xfrm>
              <a:off x="2540775" y="3299650"/>
              <a:ext cx="42300" cy="41975"/>
            </a:xfrm>
            <a:custGeom>
              <a:avLst/>
              <a:gdLst/>
              <a:ahLst/>
              <a:cxnLst/>
              <a:rect l="l" t="t" r="r" b="b"/>
              <a:pathLst>
                <a:path w="1692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91" y="1679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1"/>
            <p:cNvSpPr/>
            <p:nvPr/>
          </p:nvSpPr>
          <p:spPr>
            <a:xfrm>
              <a:off x="2498800" y="3341600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1" y="1"/>
                  </a:moveTo>
                  <a:lnTo>
                    <a:pt x="1" y="1692"/>
                  </a:lnTo>
                  <a:lnTo>
                    <a:pt x="1680" y="1692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1"/>
            <p:cNvSpPr/>
            <p:nvPr/>
          </p:nvSpPr>
          <p:spPr>
            <a:xfrm>
              <a:off x="3202775" y="2433175"/>
              <a:ext cx="39000" cy="404825"/>
            </a:xfrm>
            <a:custGeom>
              <a:avLst/>
              <a:gdLst/>
              <a:ahLst/>
              <a:cxnLst/>
              <a:rect l="l" t="t" r="r" b="b"/>
              <a:pathLst>
                <a:path w="1560" h="16193" extrusionOk="0">
                  <a:moveTo>
                    <a:pt x="0" y="0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1"/>
            <p:cNvSpPr/>
            <p:nvPr/>
          </p:nvSpPr>
          <p:spPr>
            <a:xfrm>
              <a:off x="3202775" y="3383875"/>
              <a:ext cx="39000" cy="404850"/>
            </a:xfrm>
            <a:custGeom>
              <a:avLst/>
              <a:gdLst/>
              <a:ahLst/>
              <a:cxnLst/>
              <a:rect l="l" t="t" r="r" b="b"/>
              <a:pathLst>
                <a:path w="1560" h="16194" extrusionOk="0">
                  <a:moveTo>
                    <a:pt x="0" y="1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1"/>
            <p:cNvSpPr/>
            <p:nvPr/>
          </p:nvSpPr>
          <p:spPr>
            <a:xfrm>
              <a:off x="3159900" y="28376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1"/>
            <p:cNvSpPr/>
            <p:nvPr/>
          </p:nvSpPr>
          <p:spPr>
            <a:xfrm>
              <a:off x="3117925" y="28796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1"/>
            <p:cNvSpPr/>
            <p:nvPr/>
          </p:nvSpPr>
          <p:spPr>
            <a:xfrm>
              <a:off x="3075975" y="2921925"/>
              <a:ext cx="41975" cy="42275"/>
            </a:xfrm>
            <a:custGeom>
              <a:avLst/>
              <a:gdLst/>
              <a:ahLst/>
              <a:cxnLst/>
              <a:rect l="l" t="t" r="r" b="b"/>
              <a:pathLst>
                <a:path w="1679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1"/>
            <p:cNvSpPr/>
            <p:nvPr/>
          </p:nvSpPr>
          <p:spPr>
            <a:xfrm>
              <a:off x="3034000" y="2963875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0" y="1"/>
                  </a:moveTo>
                  <a:lnTo>
                    <a:pt x="0" y="1692"/>
                  </a:lnTo>
                  <a:lnTo>
                    <a:pt x="1679" y="1692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9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2992025" y="30058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29500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2907800" y="308980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2950050" y="3131775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1"/>
            <p:cNvSpPr/>
            <p:nvPr/>
          </p:nvSpPr>
          <p:spPr>
            <a:xfrm>
              <a:off x="2992025" y="31737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1"/>
            <p:cNvSpPr/>
            <p:nvPr/>
          </p:nvSpPr>
          <p:spPr>
            <a:xfrm>
              <a:off x="3034000" y="32157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3075975" y="325767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3117925" y="3299950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3159900" y="33419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2589300" y="2848400"/>
              <a:ext cx="522125" cy="909650"/>
            </a:xfrm>
            <a:custGeom>
              <a:avLst/>
              <a:gdLst/>
              <a:ahLst/>
              <a:cxnLst/>
              <a:rect l="l" t="t" r="r" b="b"/>
              <a:pathLst>
                <a:path w="20885" h="36386" extrusionOk="0">
                  <a:moveTo>
                    <a:pt x="4227" y="0"/>
                  </a:moveTo>
                  <a:lnTo>
                    <a:pt x="4227" y="3025"/>
                  </a:lnTo>
                  <a:lnTo>
                    <a:pt x="5727" y="3025"/>
                  </a:lnTo>
                  <a:lnTo>
                    <a:pt x="5727" y="4727"/>
                  </a:lnTo>
                  <a:lnTo>
                    <a:pt x="7311" y="4727"/>
                  </a:lnTo>
                  <a:lnTo>
                    <a:pt x="7311" y="6287"/>
                  </a:lnTo>
                  <a:lnTo>
                    <a:pt x="8835" y="6287"/>
                  </a:lnTo>
                  <a:lnTo>
                    <a:pt x="8835" y="7835"/>
                  </a:lnTo>
                  <a:lnTo>
                    <a:pt x="9585" y="7835"/>
                  </a:lnTo>
                  <a:lnTo>
                    <a:pt x="9585" y="22253"/>
                  </a:lnTo>
                  <a:lnTo>
                    <a:pt x="8835" y="22253"/>
                  </a:lnTo>
                  <a:lnTo>
                    <a:pt x="8835" y="23801"/>
                  </a:lnTo>
                  <a:lnTo>
                    <a:pt x="7311" y="23801"/>
                  </a:lnTo>
                  <a:lnTo>
                    <a:pt x="7311" y="25349"/>
                  </a:lnTo>
                  <a:lnTo>
                    <a:pt x="5727" y="25349"/>
                  </a:lnTo>
                  <a:lnTo>
                    <a:pt x="5727" y="27075"/>
                  </a:lnTo>
                  <a:lnTo>
                    <a:pt x="4227" y="27075"/>
                  </a:lnTo>
                  <a:lnTo>
                    <a:pt x="4227" y="28992"/>
                  </a:lnTo>
                  <a:lnTo>
                    <a:pt x="0" y="28992"/>
                  </a:lnTo>
                  <a:lnTo>
                    <a:pt x="0" y="36386"/>
                  </a:lnTo>
                  <a:lnTo>
                    <a:pt x="20884" y="36386"/>
                  </a:lnTo>
                  <a:lnTo>
                    <a:pt x="20884" y="28992"/>
                  </a:lnTo>
                  <a:lnTo>
                    <a:pt x="16669" y="28992"/>
                  </a:lnTo>
                  <a:lnTo>
                    <a:pt x="16669" y="27075"/>
                  </a:lnTo>
                  <a:lnTo>
                    <a:pt x="15169" y="27075"/>
                  </a:lnTo>
                  <a:lnTo>
                    <a:pt x="15169" y="25349"/>
                  </a:lnTo>
                  <a:lnTo>
                    <a:pt x="13586" y="25349"/>
                  </a:lnTo>
                  <a:lnTo>
                    <a:pt x="13586" y="23801"/>
                  </a:lnTo>
                  <a:lnTo>
                    <a:pt x="12050" y="23801"/>
                  </a:lnTo>
                  <a:lnTo>
                    <a:pt x="12050" y="22253"/>
                  </a:lnTo>
                  <a:lnTo>
                    <a:pt x="11311" y="22253"/>
                  </a:lnTo>
                  <a:lnTo>
                    <a:pt x="11311" y="7835"/>
                  </a:lnTo>
                  <a:lnTo>
                    <a:pt x="12050" y="7835"/>
                  </a:lnTo>
                  <a:lnTo>
                    <a:pt x="12050" y="6287"/>
                  </a:lnTo>
                  <a:lnTo>
                    <a:pt x="13586" y="6287"/>
                  </a:lnTo>
                  <a:lnTo>
                    <a:pt x="13586" y="4727"/>
                  </a:lnTo>
                  <a:lnTo>
                    <a:pt x="15169" y="4727"/>
                  </a:lnTo>
                  <a:lnTo>
                    <a:pt x="15169" y="3025"/>
                  </a:lnTo>
                  <a:lnTo>
                    <a:pt x="16669" y="3025"/>
                  </a:lnTo>
                  <a:lnTo>
                    <a:pt x="16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2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9" name="Google Shape;949;p42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950" name="Google Shape;950;p42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2" name="Google Shape;952;p42"/>
          <p:cNvSpPr txBox="1">
            <a:spLocks noGrp="1"/>
          </p:cNvSpPr>
          <p:nvPr>
            <p:ph type="title"/>
          </p:nvPr>
        </p:nvSpPr>
        <p:spPr>
          <a:xfrm>
            <a:off x="714375" y="503825"/>
            <a:ext cx="79290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Motivation </a:t>
            </a:r>
            <a:endParaRPr/>
          </a:p>
        </p:txBody>
      </p:sp>
      <p:sp>
        <p:nvSpPr>
          <p:cNvPr id="953" name="Google Shape;953;p42"/>
          <p:cNvSpPr txBox="1">
            <a:spLocks noGrp="1"/>
          </p:cNvSpPr>
          <p:nvPr>
            <p:ph type="subTitle" idx="1"/>
          </p:nvPr>
        </p:nvSpPr>
        <p:spPr>
          <a:xfrm>
            <a:off x="1435900" y="1344700"/>
            <a:ext cx="6515100" cy="9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Bitcoin price prediction important?</a:t>
            </a:r>
            <a:endParaRPr/>
          </a:p>
        </p:txBody>
      </p:sp>
      <p:sp>
        <p:nvSpPr>
          <p:cNvPr id="954" name="Google Shape;954;p42"/>
          <p:cNvSpPr txBox="1">
            <a:spLocks noGrp="1"/>
          </p:cNvSpPr>
          <p:nvPr>
            <p:ph type="subTitle" idx="3"/>
          </p:nvPr>
        </p:nvSpPr>
        <p:spPr>
          <a:xfrm>
            <a:off x="1191584" y="2389266"/>
            <a:ext cx="7451791" cy="8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Which is better, short-term or long-term direction prediction?</a:t>
            </a:r>
            <a:endParaRPr dirty="0"/>
          </a:p>
        </p:txBody>
      </p:sp>
      <p:sp>
        <p:nvSpPr>
          <p:cNvPr id="955" name="Google Shape;955;p42"/>
          <p:cNvSpPr txBox="1">
            <a:spLocks noGrp="1"/>
          </p:cNvSpPr>
          <p:nvPr>
            <p:ph type="subTitle" idx="5"/>
          </p:nvPr>
        </p:nvSpPr>
        <p:spPr>
          <a:xfrm>
            <a:off x="925925" y="3489250"/>
            <a:ext cx="77175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Can we predict short-term Bitcoin price?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43"/>
          <p:cNvGrpSpPr/>
          <p:nvPr/>
        </p:nvGrpSpPr>
        <p:grpSpPr>
          <a:xfrm>
            <a:off x="613278" y="70734"/>
            <a:ext cx="7502868" cy="4498716"/>
            <a:chOff x="2974275" y="1679475"/>
            <a:chExt cx="2027473" cy="2041808"/>
          </a:xfrm>
        </p:grpSpPr>
        <p:sp>
          <p:nvSpPr>
            <p:cNvPr id="961" name="Google Shape;961;p43"/>
            <p:cNvSpPr/>
            <p:nvPr/>
          </p:nvSpPr>
          <p:spPr>
            <a:xfrm>
              <a:off x="2999798" y="1706121"/>
              <a:ext cx="2001950" cy="2015163"/>
            </a:xfrm>
            <a:custGeom>
              <a:avLst/>
              <a:gdLst/>
              <a:ahLst/>
              <a:cxnLst/>
              <a:rect l="l" t="t" r="r" b="b"/>
              <a:pathLst>
                <a:path w="80078" h="80078" extrusionOk="0">
                  <a:moveTo>
                    <a:pt x="1" y="0"/>
                  </a:moveTo>
                  <a:lnTo>
                    <a:pt x="1" y="80078"/>
                  </a:lnTo>
                  <a:lnTo>
                    <a:pt x="80078" y="80078"/>
                  </a:lnTo>
                  <a:lnTo>
                    <a:pt x="80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3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3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3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3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3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3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3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3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3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3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2" name="Google Shape;972;p43"/>
          <p:cNvSpPr txBox="1">
            <a:spLocks noGrp="1"/>
          </p:cNvSpPr>
          <p:nvPr>
            <p:ph type="title"/>
          </p:nvPr>
        </p:nvSpPr>
        <p:spPr>
          <a:xfrm>
            <a:off x="1503450" y="1281100"/>
            <a:ext cx="60270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73" name="Google Shape;973;p43"/>
          <p:cNvSpPr txBox="1">
            <a:spLocks noGrp="1"/>
          </p:cNvSpPr>
          <p:nvPr>
            <p:ph type="subTitle" idx="1"/>
          </p:nvPr>
        </p:nvSpPr>
        <p:spPr>
          <a:xfrm>
            <a:off x="1351212" y="2072150"/>
            <a:ext cx="6187097" cy="16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goal is to predict short-term Bitcoin price direction (up/down) for minutes horizons </a:t>
            </a:r>
            <a:r>
              <a:rPr lang="en-US" dirty="0"/>
              <a:t>compared with days horizons and </a:t>
            </a:r>
            <a:r>
              <a:rPr lang="en" dirty="0"/>
              <a:t>price at 5-minute intervals .</a:t>
            </a:r>
            <a:br>
              <a:rPr lang="en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Compare performance across traditional ML and deep learning models.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974" name="Google Shape;974;p43"/>
          <p:cNvGrpSpPr/>
          <p:nvPr/>
        </p:nvGrpSpPr>
        <p:grpSpPr>
          <a:xfrm>
            <a:off x="6973475" y="667740"/>
            <a:ext cx="882879" cy="243714"/>
            <a:chOff x="7301150" y="922090"/>
            <a:chExt cx="882879" cy="243714"/>
          </a:xfrm>
        </p:grpSpPr>
        <p:sp>
          <p:nvSpPr>
            <p:cNvPr id="975" name="Google Shape;975;p43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3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3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3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3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3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3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3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3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3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3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3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3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3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4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44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997" name="Google Shape;997;p44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9" name="Google Shape;999;p44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000" name="Google Shape;1000;p44"/>
          <p:cNvSpPr txBox="1">
            <a:spLocks noGrp="1"/>
          </p:cNvSpPr>
          <p:nvPr>
            <p:ph type="body" idx="1"/>
          </p:nvPr>
        </p:nvSpPr>
        <p:spPr>
          <a:xfrm>
            <a:off x="713225" y="1290525"/>
            <a:ext cx="7379400" cy="31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Source: Kaggle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Data volume: 8 million rows of minute-level data (2017–2025) → 3 million rows(2020-2025)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Target variable: binary indicator of price increase within future </a:t>
            </a:r>
            <a:r>
              <a:rPr lang="en" sz="1600" i="1" dirty="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 minutes and </a:t>
            </a:r>
            <a:r>
              <a:rPr lang="en" sz="1600" i="1" dirty="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 days.</a:t>
            </a:r>
            <a:br>
              <a:rPr lang="en" sz="1600" dirty="0"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Features: price, volume, technical indicators</a:t>
            </a:r>
            <a:br>
              <a:rPr lang="en" sz="1600" dirty="0"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Target: future price direction (binary classification: up/down and log return)</a:t>
            </a:r>
            <a:br>
              <a:rPr lang="en" sz="1600" dirty="0"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Challenges: scale, stationarity, noise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100"/>
              <a:buFont typeface="Arial"/>
              <a:buNone/>
            </a:pPr>
            <a:endParaRPr sz="1600" dirty="0"/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002" name="Google Shape;1002;p44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4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4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4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4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4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4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4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5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45"/>
          <p:cNvSpPr txBox="1">
            <a:spLocks noGrp="1"/>
          </p:cNvSpPr>
          <p:nvPr>
            <p:ph type="body" idx="1"/>
          </p:nvPr>
        </p:nvSpPr>
        <p:spPr>
          <a:xfrm>
            <a:off x="713225" y="1723225"/>
            <a:ext cx="4026000" cy="23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4" name="Google Shape;102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375" y="338175"/>
            <a:ext cx="8423077" cy="445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6"/>
          <p:cNvSpPr txBox="1">
            <a:spLocks noGrp="1"/>
          </p:cNvSpPr>
          <p:nvPr>
            <p:ph type="title"/>
          </p:nvPr>
        </p:nvSpPr>
        <p:spPr>
          <a:xfrm>
            <a:off x="1294475" y="2715150"/>
            <a:ext cx="71601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 </a:t>
            </a:r>
            <a:endParaRPr dirty="0"/>
          </a:p>
        </p:txBody>
      </p:sp>
      <p:sp>
        <p:nvSpPr>
          <p:cNvPr id="1030" name="Google Shape;1030;p46"/>
          <p:cNvSpPr txBox="1">
            <a:spLocks noGrp="1"/>
          </p:cNvSpPr>
          <p:nvPr>
            <p:ph type="title" idx="2"/>
          </p:nvPr>
        </p:nvSpPr>
        <p:spPr>
          <a:xfrm>
            <a:off x="3266550" y="1648768"/>
            <a:ext cx="26109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031" name="Google Shape;1031;p46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1032" name="Google Shape;1032;p46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6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6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6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6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6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6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6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6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6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6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6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6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6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6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46"/>
          <p:cNvGrpSpPr/>
          <p:nvPr/>
        </p:nvGrpSpPr>
        <p:grpSpPr>
          <a:xfrm>
            <a:off x="7841409" y="1509912"/>
            <a:ext cx="252058" cy="473443"/>
            <a:chOff x="2376775" y="2231050"/>
            <a:chExt cx="946875" cy="1778525"/>
          </a:xfrm>
        </p:grpSpPr>
        <p:sp>
          <p:nvSpPr>
            <p:cNvPr id="1049" name="Google Shape;1049;p46"/>
            <p:cNvSpPr/>
            <p:nvPr/>
          </p:nvSpPr>
          <p:spPr>
            <a:xfrm>
              <a:off x="2478275" y="2433175"/>
              <a:ext cx="744750" cy="1369225"/>
            </a:xfrm>
            <a:custGeom>
              <a:avLst/>
              <a:gdLst/>
              <a:ahLst/>
              <a:cxnLst/>
              <a:rect l="l" t="t" r="r" b="b"/>
              <a:pathLst>
                <a:path w="29790" h="54769" extrusionOk="0">
                  <a:moveTo>
                    <a:pt x="60" y="0"/>
                  </a:moveTo>
                  <a:lnTo>
                    <a:pt x="60" y="15431"/>
                  </a:lnTo>
                  <a:lnTo>
                    <a:pt x="11752" y="27099"/>
                  </a:lnTo>
                  <a:lnTo>
                    <a:pt x="0" y="38850"/>
                  </a:lnTo>
                  <a:lnTo>
                    <a:pt x="0" y="54769"/>
                  </a:lnTo>
                  <a:lnTo>
                    <a:pt x="29790" y="54769"/>
                  </a:lnTo>
                  <a:lnTo>
                    <a:pt x="29790" y="38862"/>
                  </a:lnTo>
                  <a:lnTo>
                    <a:pt x="18027" y="27099"/>
                  </a:lnTo>
                  <a:lnTo>
                    <a:pt x="29790" y="15276"/>
                  </a:lnTo>
                  <a:lnTo>
                    <a:pt x="29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6"/>
            <p:cNvSpPr/>
            <p:nvPr/>
          </p:nvSpPr>
          <p:spPr>
            <a:xfrm>
              <a:off x="2376775" y="2231050"/>
              <a:ext cx="946875" cy="221200"/>
            </a:xfrm>
            <a:custGeom>
              <a:avLst/>
              <a:gdLst/>
              <a:ahLst/>
              <a:cxnLst/>
              <a:rect l="l" t="t" r="r" b="b"/>
              <a:pathLst>
                <a:path w="37875" h="8848" extrusionOk="0">
                  <a:moveTo>
                    <a:pt x="0" y="1"/>
                  </a:moveTo>
                  <a:lnTo>
                    <a:pt x="0" y="8847"/>
                  </a:lnTo>
                  <a:lnTo>
                    <a:pt x="37874" y="8847"/>
                  </a:lnTo>
                  <a:lnTo>
                    <a:pt x="378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6"/>
            <p:cNvSpPr/>
            <p:nvPr/>
          </p:nvSpPr>
          <p:spPr>
            <a:xfrm>
              <a:off x="2376775" y="3788700"/>
              <a:ext cx="946875" cy="220875"/>
            </a:xfrm>
            <a:custGeom>
              <a:avLst/>
              <a:gdLst/>
              <a:ahLst/>
              <a:cxnLst/>
              <a:rect l="l" t="t" r="r" b="b"/>
              <a:pathLst>
                <a:path w="37875" h="8835" extrusionOk="0">
                  <a:moveTo>
                    <a:pt x="0" y="0"/>
                  </a:moveTo>
                  <a:lnTo>
                    <a:pt x="0" y="8835"/>
                  </a:lnTo>
                  <a:lnTo>
                    <a:pt x="37874" y="8835"/>
                  </a:lnTo>
                  <a:lnTo>
                    <a:pt x="37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6"/>
            <p:cNvSpPr/>
            <p:nvPr/>
          </p:nvSpPr>
          <p:spPr>
            <a:xfrm>
              <a:off x="2458925" y="2433175"/>
              <a:ext cx="39325" cy="404825"/>
            </a:xfrm>
            <a:custGeom>
              <a:avLst/>
              <a:gdLst/>
              <a:ahLst/>
              <a:cxnLst/>
              <a:rect l="l" t="t" r="r" b="b"/>
              <a:pathLst>
                <a:path w="1573" h="16193" extrusionOk="0">
                  <a:moveTo>
                    <a:pt x="1" y="0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6"/>
            <p:cNvSpPr/>
            <p:nvPr/>
          </p:nvSpPr>
          <p:spPr>
            <a:xfrm>
              <a:off x="2458925" y="3383875"/>
              <a:ext cx="39325" cy="404850"/>
            </a:xfrm>
            <a:custGeom>
              <a:avLst/>
              <a:gdLst/>
              <a:ahLst/>
              <a:cxnLst/>
              <a:rect l="l" t="t" r="r" b="b"/>
              <a:pathLst>
                <a:path w="1573" h="16194" extrusionOk="0">
                  <a:moveTo>
                    <a:pt x="1" y="1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6"/>
            <p:cNvSpPr/>
            <p:nvPr/>
          </p:nvSpPr>
          <p:spPr>
            <a:xfrm>
              <a:off x="2498800" y="283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6"/>
            <p:cNvSpPr/>
            <p:nvPr/>
          </p:nvSpPr>
          <p:spPr>
            <a:xfrm>
              <a:off x="2540775" y="287995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" y="0"/>
                  </a:moveTo>
                  <a:lnTo>
                    <a:pt x="1" y="1691"/>
                  </a:lnTo>
                  <a:lnTo>
                    <a:pt x="1691" y="1691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6"/>
            <p:cNvSpPr/>
            <p:nvPr/>
          </p:nvSpPr>
          <p:spPr>
            <a:xfrm>
              <a:off x="2583050" y="2921625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6"/>
            <p:cNvSpPr/>
            <p:nvPr/>
          </p:nvSpPr>
          <p:spPr>
            <a:xfrm>
              <a:off x="2624725" y="29638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6"/>
            <p:cNvSpPr/>
            <p:nvPr/>
          </p:nvSpPr>
          <p:spPr>
            <a:xfrm>
              <a:off x="2666700" y="300585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6"/>
            <p:cNvSpPr/>
            <p:nvPr/>
          </p:nvSpPr>
          <p:spPr>
            <a:xfrm>
              <a:off x="27086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6"/>
            <p:cNvSpPr/>
            <p:nvPr/>
          </p:nvSpPr>
          <p:spPr>
            <a:xfrm>
              <a:off x="2750625" y="3089800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1" y="0"/>
                  </a:moveTo>
                  <a:lnTo>
                    <a:pt x="1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6"/>
            <p:cNvSpPr/>
            <p:nvPr/>
          </p:nvSpPr>
          <p:spPr>
            <a:xfrm>
              <a:off x="2708650" y="31320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6"/>
            <p:cNvSpPr/>
            <p:nvPr/>
          </p:nvSpPr>
          <p:spPr>
            <a:xfrm>
              <a:off x="2666700" y="31740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6"/>
            <p:cNvSpPr/>
            <p:nvPr/>
          </p:nvSpPr>
          <p:spPr>
            <a:xfrm>
              <a:off x="2624725" y="32160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6"/>
            <p:cNvSpPr/>
            <p:nvPr/>
          </p:nvSpPr>
          <p:spPr>
            <a:xfrm>
              <a:off x="2583050" y="325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6"/>
            <p:cNvSpPr/>
            <p:nvPr/>
          </p:nvSpPr>
          <p:spPr>
            <a:xfrm>
              <a:off x="2540775" y="3299650"/>
              <a:ext cx="42300" cy="41975"/>
            </a:xfrm>
            <a:custGeom>
              <a:avLst/>
              <a:gdLst/>
              <a:ahLst/>
              <a:cxnLst/>
              <a:rect l="l" t="t" r="r" b="b"/>
              <a:pathLst>
                <a:path w="1692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91" y="1679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6"/>
            <p:cNvSpPr/>
            <p:nvPr/>
          </p:nvSpPr>
          <p:spPr>
            <a:xfrm>
              <a:off x="2498800" y="3341600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1" y="1"/>
                  </a:moveTo>
                  <a:lnTo>
                    <a:pt x="1" y="1692"/>
                  </a:lnTo>
                  <a:lnTo>
                    <a:pt x="1680" y="1692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6"/>
            <p:cNvSpPr/>
            <p:nvPr/>
          </p:nvSpPr>
          <p:spPr>
            <a:xfrm>
              <a:off x="3202775" y="2433175"/>
              <a:ext cx="39000" cy="404825"/>
            </a:xfrm>
            <a:custGeom>
              <a:avLst/>
              <a:gdLst/>
              <a:ahLst/>
              <a:cxnLst/>
              <a:rect l="l" t="t" r="r" b="b"/>
              <a:pathLst>
                <a:path w="1560" h="16193" extrusionOk="0">
                  <a:moveTo>
                    <a:pt x="0" y="0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6"/>
            <p:cNvSpPr/>
            <p:nvPr/>
          </p:nvSpPr>
          <p:spPr>
            <a:xfrm>
              <a:off x="3202775" y="3383875"/>
              <a:ext cx="39000" cy="404850"/>
            </a:xfrm>
            <a:custGeom>
              <a:avLst/>
              <a:gdLst/>
              <a:ahLst/>
              <a:cxnLst/>
              <a:rect l="l" t="t" r="r" b="b"/>
              <a:pathLst>
                <a:path w="1560" h="16194" extrusionOk="0">
                  <a:moveTo>
                    <a:pt x="0" y="1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6"/>
            <p:cNvSpPr/>
            <p:nvPr/>
          </p:nvSpPr>
          <p:spPr>
            <a:xfrm>
              <a:off x="3159900" y="28376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6"/>
            <p:cNvSpPr/>
            <p:nvPr/>
          </p:nvSpPr>
          <p:spPr>
            <a:xfrm>
              <a:off x="3117925" y="28796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6"/>
            <p:cNvSpPr/>
            <p:nvPr/>
          </p:nvSpPr>
          <p:spPr>
            <a:xfrm>
              <a:off x="3075975" y="2921925"/>
              <a:ext cx="41975" cy="42275"/>
            </a:xfrm>
            <a:custGeom>
              <a:avLst/>
              <a:gdLst/>
              <a:ahLst/>
              <a:cxnLst/>
              <a:rect l="l" t="t" r="r" b="b"/>
              <a:pathLst>
                <a:path w="1679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6"/>
            <p:cNvSpPr/>
            <p:nvPr/>
          </p:nvSpPr>
          <p:spPr>
            <a:xfrm>
              <a:off x="3034000" y="2963875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0" y="1"/>
                  </a:moveTo>
                  <a:lnTo>
                    <a:pt x="0" y="1692"/>
                  </a:lnTo>
                  <a:lnTo>
                    <a:pt x="1679" y="1692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9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6"/>
            <p:cNvSpPr/>
            <p:nvPr/>
          </p:nvSpPr>
          <p:spPr>
            <a:xfrm>
              <a:off x="2992025" y="30058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6"/>
            <p:cNvSpPr/>
            <p:nvPr/>
          </p:nvSpPr>
          <p:spPr>
            <a:xfrm>
              <a:off x="29500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6"/>
            <p:cNvSpPr/>
            <p:nvPr/>
          </p:nvSpPr>
          <p:spPr>
            <a:xfrm>
              <a:off x="2907800" y="308980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6"/>
            <p:cNvSpPr/>
            <p:nvPr/>
          </p:nvSpPr>
          <p:spPr>
            <a:xfrm>
              <a:off x="2950050" y="3131775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6"/>
            <p:cNvSpPr/>
            <p:nvPr/>
          </p:nvSpPr>
          <p:spPr>
            <a:xfrm>
              <a:off x="2992025" y="31737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6"/>
            <p:cNvSpPr/>
            <p:nvPr/>
          </p:nvSpPr>
          <p:spPr>
            <a:xfrm>
              <a:off x="3034000" y="32157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6"/>
            <p:cNvSpPr/>
            <p:nvPr/>
          </p:nvSpPr>
          <p:spPr>
            <a:xfrm>
              <a:off x="3075975" y="325767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6"/>
            <p:cNvSpPr/>
            <p:nvPr/>
          </p:nvSpPr>
          <p:spPr>
            <a:xfrm>
              <a:off x="3117925" y="3299950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6"/>
            <p:cNvSpPr/>
            <p:nvPr/>
          </p:nvSpPr>
          <p:spPr>
            <a:xfrm>
              <a:off x="3159900" y="33419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6"/>
            <p:cNvSpPr/>
            <p:nvPr/>
          </p:nvSpPr>
          <p:spPr>
            <a:xfrm>
              <a:off x="2589300" y="2848400"/>
              <a:ext cx="522125" cy="909650"/>
            </a:xfrm>
            <a:custGeom>
              <a:avLst/>
              <a:gdLst/>
              <a:ahLst/>
              <a:cxnLst/>
              <a:rect l="l" t="t" r="r" b="b"/>
              <a:pathLst>
                <a:path w="20885" h="36386" extrusionOk="0">
                  <a:moveTo>
                    <a:pt x="4227" y="0"/>
                  </a:moveTo>
                  <a:lnTo>
                    <a:pt x="4227" y="3025"/>
                  </a:lnTo>
                  <a:lnTo>
                    <a:pt x="5727" y="3025"/>
                  </a:lnTo>
                  <a:lnTo>
                    <a:pt x="5727" y="4727"/>
                  </a:lnTo>
                  <a:lnTo>
                    <a:pt x="7311" y="4727"/>
                  </a:lnTo>
                  <a:lnTo>
                    <a:pt x="7311" y="6287"/>
                  </a:lnTo>
                  <a:lnTo>
                    <a:pt x="8835" y="6287"/>
                  </a:lnTo>
                  <a:lnTo>
                    <a:pt x="8835" y="7835"/>
                  </a:lnTo>
                  <a:lnTo>
                    <a:pt x="9585" y="7835"/>
                  </a:lnTo>
                  <a:lnTo>
                    <a:pt x="9585" y="22253"/>
                  </a:lnTo>
                  <a:lnTo>
                    <a:pt x="8835" y="22253"/>
                  </a:lnTo>
                  <a:lnTo>
                    <a:pt x="8835" y="23801"/>
                  </a:lnTo>
                  <a:lnTo>
                    <a:pt x="7311" y="23801"/>
                  </a:lnTo>
                  <a:lnTo>
                    <a:pt x="7311" y="25349"/>
                  </a:lnTo>
                  <a:lnTo>
                    <a:pt x="5727" y="25349"/>
                  </a:lnTo>
                  <a:lnTo>
                    <a:pt x="5727" y="27075"/>
                  </a:lnTo>
                  <a:lnTo>
                    <a:pt x="4227" y="27075"/>
                  </a:lnTo>
                  <a:lnTo>
                    <a:pt x="4227" y="28992"/>
                  </a:lnTo>
                  <a:lnTo>
                    <a:pt x="0" y="28992"/>
                  </a:lnTo>
                  <a:lnTo>
                    <a:pt x="0" y="36386"/>
                  </a:lnTo>
                  <a:lnTo>
                    <a:pt x="20884" y="36386"/>
                  </a:lnTo>
                  <a:lnTo>
                    <a:pt x="20884" y="28992"/>
                  </a:lnTo>
                  <a:lnTo>
                    <a:pt x="16669" y="28992"/>
                  </a:lnTo>
                  <a:lnTo>
                    <a:pt x="16669" y="27075"/>
                  </a:lnTo>
                  <a:lnTo>
                    <a:pt x="15169" y="27075"/>
                  </a:lnTo>
                  <a:lnTo>
                    <a:pt x="15169" y="25349"/>
                  </a:lnTo>
                  <a:lnTo>
                    <a:pt x="13586" y="25349"/>
                  </a:lnTo>
                  <a:lnTo>
                    <a:pt x="13586" y="23801"/>
                  </a:lnTo>
                  <a:lnTo>
                    <a:pt x="12050" y="23801"/>
                  </a:lnTo>
                  <a:lnTo>
                    <a:pt x="12050" y="22253"/>
                  </a:lnTo>
                  <a:lnTo>
                    <a:pt x="11311" y="22253"/>
                  </a:lnTo>
                  <a:lnTo>
                    <a:pt x="11311" y="7835"/>
                  </a:lnTo>
                  <a:lnTo>
                    <a:pt x="12050" y="7835"/>
                  </a:lnTo>
                  <a:lnTo>
                    <a:pt x="12050" y="6287"/>
                  </a:lnTo>
                  <a:lnTo>
                    <a:pt x="13586" y="6287"/>
                  </a:lnTo>
                  <a:lnTo>
                    <a:pt x="13586" y="4727"/>
                  </a:lnTo>
                  <a:lnTo>
                    <a:pt x="15169" y="4727"/>
                  </a:lnTo>
                  <a:lnTo>
                    <a:pt x="15169" y="3025"/>
                  </a:lnTo>
                  <a:lnTo>
                    <a:pt x="16669" y="3025"/>
                  </a:lnTo>
                  <a:lnTo>
                    <a:pt x="16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47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8" name="Google Shape;1088;p47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089" name="Google Shape;1089;p47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1" name="Google Shape;1091;p47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graphicFrame>
        <p:nvGraphicFramePr>
          <p:cNvPr id="1092" name="Google Shape;1092;p47"/>
          <p:cNvGraphicFramePr/>
          <p:nvPr/>
        </p:nvGraphicFramePr>
        <p:xfrm>
          <a:off x="953638" y="1672550"/>
          <a:ext cx="7239000" cy="2377260"/>
        </p:xfrm>
        <a:graphic>
          <a:graphicData uri="http://schemas.openxmlformats.org/drawingml/2006/table">
            <a:tbl>
              <a:tblPr>
                <a:noFill/>
                <a:tableStyleId>{A677FEE3-4117-4E82-B0AE-73EDD8BB542E}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Model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Type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Why Chosen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	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baseline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Easy to interpret, fast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LightGBM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 boosting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 + accurate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Stacking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Meta-model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Combines LR, LGBM, XGB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MLP	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Neural net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Captures nonlinear interactions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BRNN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Bidirectional RNN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Price Regression (5-min)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9090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8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8" name="Google Shape;1098;p48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099" name="Google Shape;1099;p48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8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48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Setup</a:t>
            </a:r>
            <a:endParaRPr/>
          </a:p>
        </p:txBody>
      </p:sp>
      <p:sp>
        <p:nvSpPr>
          <p:cNvPr id="1102" name="Google Shape;1102;p48"/>
          <p:cNvSpPr txBox="1">
            <a:spLocks noGrp="1"/>
          </p:cNvSpPr>
          <p:nvPr>
            <p:ph type="body" idx="1"/>
          </p:nvPr>
        </p:nvSpPr>
        <p:spPr>
          <a:xfrm>
            <a:off x="713225" y="1152325"/>
            <a:ext cx="7717500" cy="3703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Press Start 2P"/>
                <a:ea typeface="Press Start 2P"/>
                <a:cs typeface="Press Start 2P"/>
                <a:sym typeface="Press Start 2P"/>
              </a:rPr>
              <a:t>8</a:t>
            </a:r>
            <a:r>
              <a:rPr lang="en" dirty="0">
                <a:latin typeface="Press Start 2P"/>
                <a:ea typeface="Press Start 2P"/>
                <a:cs typeface="Press Start 2P"/>
                <a:sym typeface="Press Start 2P"/>
              </a:rPr>
              <a:t>0% training / 20% testing split (chronological)</a:t>
            </a:r>
            <a:endParaRPr sz="1600" dirty="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latin typeface="Press Start 2P"/>
                <a:ea typeface="Press Start 2P"/>
                <a:cs typeface="Press Start 2P"/>
                <a:sym typeface="Press Start 2P"/>
              </a:rPr>
              <a:t>Hardware:</a:t>
            </a:r>
            <a:endParaRPr sz="1800" dirty="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Google Colab A100 GPU</a:t>
            </a:r>
            <a:endParaRPr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latin typeface="Press Start 2P"/>
                <a:ea typeface="Press Start 2P"/>
                <a:cs typeface="Press Start 2P"/>
                <a:sym typeface="Press Start 2P"/>
              </a:rPr>
              <a:t>Key hyperparameters:</a:t>
            </a:r>
            <a:endParaRPr sz="1800" dirty="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MLP: </a:t>
            </a:r>
            <a:r>
              <a:rPr lang="en-US" sz="1800" dirty="0"/>
              <a:t>2 hidden layers (128 → 64), </a:t>
            </a:r>
            <a:r>
              <a:rPr lang="en-US" sz="1800" dirty="0" err="1"/>
              <a:t>LeakyReLU</a:t>
            </a:r>
            <a:r>
              <a:rPr lang="en-US" sz="1800" dirty="0"/>
              <a:t> activation, Dropout 0.3</a:t>
            </a:r>
            <a:br>
              <a:rPr lang="en" sz="1800" dirty="0"/>
            </a:b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LSTM: </a:t>
            </a:r>
            <a:r>
              <a:rPr lang="en-US" sz="1800" dirty="0"/>
              <a:t>10-minute input window, 1 layer with 64 units, Bidirectional, Dropout 0.3</a:t>
            </a:r>
            <a:br>
              <a:rPr lang="en" sz="1800" dirty="0"/>
            </a:b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 err="1"/>
              <a:t>LightGBM</a:t>
            </a:r>
            <a:r>
              <a:rPr lang="en-US" sz="1800" dirty="0"/>
              <a:t>: 100 trees, max depth auto, </a:t>
            </a:r>
            <a:r>
              <a:rPr lang="en-US" sz="1800" dirty="0" err="1"/>
              <a:t>learning_rate</a:t>
            </a:r>
            <a:r>
              <a:rPr lang="en-US" sz="1800" dirty="0"/>
              <a:t> = 0.1</a:t>
            </a:r>
            <a:endParaRPr dirty="0"/>
          </a:p>
        </p:txBody>
      </p:sp>
      <p:grpSp>
        <p:nvGrpSpPr>
          <p:cNvPr id="1103" name="Google Shape;1103;p48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104" name="Google Shape;1104;p48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8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8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8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8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8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8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8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8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8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8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8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8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8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8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8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49"/>
          <p:cNvSpPr/>
          <p:nvPr/>
        </p:nvSpPr>
        <p:spPr>
          <a:xfrm>
            <a:off x="425188" y="353575"/>
            <a:ext cx="8295163" cy="115707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5" name="Google Shape;1125;p49"/>
          <p:cNvGrpSpPr/>
          <p:nvPr/>
        </p:nvGrpSpPr>
        <p:grpSpPr>
          <a:xfrm>
            <a:off x="425188" y="1510644"/>
            <a:ext cx="8348827" cy="45756"/>
            <a:chOff x="386975" y="1510644"/>
            <a:chExt cx="8348827" cy="45756"/>
          </a:xfrm>
        </p:grpSpPr>
        <p:sp>
          <p:nvSpPr>
            <p:cNvPr id="1126" name="Google Shape;1126;p49"/>
            <p:cNvSpPr/>
            <p:nvPr/>
          </p:nvSpPr>
          <p:spPr>
            <a:xfrm>
              <a:off x="386975" y="1534525"/>
              <a:ext cx="834882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386975" y="15106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8" name="Google Shape;1128;p49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65220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Indicator</a:t>
            </a:r>
            <a:endParaRPr/>
          </a:p>
        </p:txBody>
      </p:sp>
      <p:graphicFrame>
        <p:nvGraphicFramePr>
          <p:cNvPr id="1129" name="Google Shape;1129;p49"/>
          <p:cNvGraphicFramePr/>
          <p:nvPr>
            <p:extLst>
              <p:ext uri="{D42A27DB-BD31-4B8C-83A1-F6EECF244321}">
                <p14:modId xmlns:p14="http://schemas.microsoft.com/office/powerpoint/2010/main" val="2811074451"/>
              </p:ext>
            </p:extLst>
          </p:nvPr>
        </p:nvGraphicFramePr>
        <p:xfrm>
          <a:off x="858400" y="1596379"/>
          <a:ext cx="5964964" cy="2910810"/>
        </p:xfrm>
        <a:graphic>
          <a:graphicData uri="http://schemas.openxmlformats.org/drawingml/2006/table">
            <a:tbl>
              <a:tblPr>
                <a:noFill/>
                <a:tableStyleId>{A677FEE3-4117-4E82-B0AE-73EDD8BB542E}</a:tableStyleId>
              </a:tblPr>
              <a:tblGrid>
                <a:gridCol w="5964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7150"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MACD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MACD difference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 – to capture short-term vs long-term momentum</a:t>
                      </a:r>
                      <a:br>
                        <a:rPr lang="en" sz="1100" dirty="0">
                          <a:solidFill>
                            <a:schemeClr val="dk1"/>
                          </a:solidFill>
                        </a:rPr>
                      </a:b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RSI (14-period)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 – to measure overbought or oversold conditions</a:t>
                      </a:r>
                      <a:br>
                        <a:rPr lang="en" sz="1100" dirty="0">
                          <a:solidFill>
                            <a:schemeClr val="dk1"/>
                          </a:solidFill>
                        </a:rPr>
                      </a:b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SMA (10-period)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 – a simple moving average for trend smoothing</a:t>
                      </a:r>
                      <a:br>
                        <a:rPr lang="en" sz="1100" dirty="0">
                          <a:solidFill>
                            <a:schemeClr val="dk1"/>
                          </a:solidFill>
                        </a:rPr>
                      </a:b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Bollinger Band ratio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 – showing how far the price is from its mean</a:t>
                      </a:r>
                      <a:br>
                        <a:rPr lang="en" sz="1100" dirty="0">
                          <a:solidFill>
                            <a:schemeClr val="dk1"/>
                          </a:solidFill>
                        </a:rPr>
                      </a:b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ATR (Average True Range)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 – a volatility measure</a:t>
                      </a:r>
                      <a:br>
                        <a:rPr lang="en" sz="1100" dirty="0">
                          <a:solidFill>
                            <a:schemeClr val="dk1"/>
                          </a:solidFill>
                        </a:rPr>
                      </a:b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OBV (On-Balance Volume)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 – to incorporate volume momentum</a:t>
                      </a:r>
                      <a:br>
                        <a:rPr lang="en" sz="1100" dirty="0">
                          <a:solidFill>
                            <a:schemeClr val="dk1"/>
                          </a:solidFill>
                        </a:rPr>
                      </a:b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Log-transformed volume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volume ratio</a:t>
                      </a: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, and </a:t>
                      </a: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rolling standard deviation</a:t>
                      </a:r>
                      <a:endParaRPr sz="1100" b="1" dirty="0">
                        <a:solidFill>
                          <a:schemeClr val="dk1"/>
                        </a:solidFill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A1D19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30" name="Google Shape;1130;p49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131" name="Google Shape;1131;p49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9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9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9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9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9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9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9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9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1" name="Google Shape;1151;p50"/>
          <p:cNvGrpSpPr/>
          <p:nvPr/>
        </p:nvGrpSpPr>
        <p:grpSpPr>
          <a:xfrm>
            <a:off x="2867440" y="3554770"/>
            <a:ext cx="5115528" cy="1346434"/>
            <a:chOff x="2014240" y="3554770"/>
            <a:chExt cx="5115528" cy="1346434"/>
          </a:xfrm>
        </p:grpSpPr>
        <p:grpSp>
          <p:nvGrpSpPr>
            <p:cNvPr id="1152" name="Google Shape;1152;p50"/>
            <p:cNvGrpSpPr/>
            <p:nvPr/>
          </p:nvGrpSpPr>
          <p:grpSpPr>
            <a:xfrm>
              <a:off x="2014240" y="3554770"/>
              <a:ext cx="5115528" cy="1346434"/>
              <a:chOff x="1986927" y="5290578"/>
              <a:chExt cx="5115528" cy="1346434"/>
            </a:xfrm>
          </p:grpSpPr>
          <p:sp>
            <p:nvSpPr>
              <p:cNvPr id="1153" name="Google Shape;1153;p50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0"/>
              <p:cNvSpPr/>
              <p:nvPr/>
            </p:nvSpPr>
            <p:spPr>
              <a:xfrm>
                <a:off x="1986927" y="5290578"/>
                <a:ext cx="5115528" cy="22288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0"/>
              <p:cNvSpPr/>
              <p:nvPr/>
            </p:nvSpPr>
            <p:spPr>
              <a:xfrm>
                <a:off x="7078556" y="5290578"/>
                <a:ext cx="23899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0"/>
              <p:cNvSpPr/>
              <p:nvPr/>
            </p:nvSpPr>
            <p:spPr>
              <a:xfrm>
                <a:off x="1986927" y="5290578"/>
                <a:ext cx="25994" cy="134457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0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0"/>
              <p:cNvSpPr/>
              <p:nvPr/>
            </p:nvSpPr>
            <p:spPr>
              <a:xfrm>
                <a:off x="2012844" y="5312799"/>
                <a:ext cx="5065790" cy="230061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0"/>
              <p:cNvSpPr/>
              <p:nvPr/>
            </p:nvSpPr>
            <p:spPr>
              <a:xfrm>
                <a:off x="2012844" y="5553904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0"/>
              <p:cNvSpPr/>
              <p:nvPr/>
            </p:nvSpPr>
            <p:spPr>
              <a:xfrm>
                <a:off x="2012844" y="5542793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0"/>
              <p:cNvSpPr/>
              <p:nvPr/>
            </p:nvSpPr>
            <p:spPr>
              <a:xfrm>
                <a:off x="1986927" y="6612862"/>
                <a:ext cx="5115528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2" name="Google Shape;1162;p50"/>
            <p:cNvGrpSpPr/>
            <p:nvPr/>
          </p:nvGrpSpPr>
          <p:grpSpPr>
            <a:xfrm>
              <a:off x="2329938" y="4011975"/>
              <a:ext cx="4529389" cy="694084"/>
              <a:chOff x="2302642" y="5867178"/>
              <a:chExt cx="4529389" cy="441782"/>
            </a:xfrm>
          </p:grpSpPr>
          <p:sp>
            <p:nvSpPr>
              <p:cNvPr id="1163" name="Google Shape;1163;p50"/>
              <p:cNvSpPr/>
              <p:nvPr/>
            </p:nvSpPr>
            <p:spPr>
              <a:xfrm>
                <a:off x="2302642" y="5867180"/>
                <a:ext cx="4529375" cy="439648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dirty="0"/>
                  <a:t>Classification and Price Prediction</a:t>
                </a:r>
                <a:endParaRPr dirty="0"/>
              </a:p>
            </p:txBody>
          </p:sp>
          <p:sp>
            <p:nvSpPr>
              <p:cNvPr id="1164" name="Google Shape;1164;p50"/>
              <p:cNvSpPr/>
              <p:nvPr/>
            </p:nvSpPr>
            <p:spPr>
              <a:xfrm>
                <a:off x="2302655" y="5879900"/>
                <a:ext cx="4529375" cy="42906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0"/>
              <p:cNvSpPr/>
              <p:nvPr/>
            </p:nvSpPr>
            <p:spPr>
              <a:xfrm>
                <a:off x="2302655" y="5867178"/>
                <a:ext cx="4529375" cy="439649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6" name="Google Shape;1166;p50"/>
            <p:cNvGrpSpPr/>
            <p:nvPr/>
          </p:nvGrpSpPr>
          <p:grpSpPr>
            <a:xfrm>
              <a:off x="6902148" y="3623364"/>
              <a:ext cx="139181" cy="137318"/>
              <a:chOff x="1126710" y="5491723"/>
              <a:chExt cx="139181" cy="137318"/>
            </a:xfrm>
          </p:grpSpPr>
          <p:sp>
            <p:nvSpPr>
              <p:cNvPr id="1167" name="Google Shape;1167;p50"/>
              <p:cNvSpPr/>
              <p:nvPr/>
            </p:nvSpPr>
            <p:spPr>
              <a:xfrm>
                <a:off x="1126710" y="5491723"/>
                <a:ext cx="135455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0"/>
              <p:cNvSpPr/>
              <p:nvPr/>
            </p:nvSpPr>
            <p:spPr>
              <a:xfrm>
                <a:off x="1132299" y="5493586"/>
                <a:ext cx="133592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50"/>
              <p:cNvSpPr/>
              <p:nvPr/>
            </p:nvSpPr>
            <p:spPr>
              <a:xfrm>
                <a:off x="1130436" y="5491723"/>
                <a:ext cx="135455" cy="137318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50"/>
              <p:cNvSpPr/>
              <p:nvPr/>
            </p:nvSpPr>
            <p:spPr>
              <a:xfrm>
                <a:off x="1145272" y="5510285"/>
                <a:ext cx="107646" cy="10392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0"/>
              <p:cNvSpPr/>
              <p:nvPr/>
            </p:nvSpPr>
            <p:spPr>
              <a:xfrm>
                <a:off x="1173082" y="5534368"/>
                <a:ext cx="52026" cy="52026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72" name="Google Shape;1172;p50"/>
          <p:cNvSpPr txBox="1">
            <a:spLocks noGrp="1"/>
          </p:cNvSpPr>
          <p:nvPr>
            <p:ph type="title"/>
          </p:nvPr>
        </p:nvSpPr>
        <p:spPr>
          <a:xfrm flipH="1">
            <a:off x="1648363" y="2715150"/>
            <a:ext cx="58473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Outcomes</a:t>
            </a:r>
            <a:endParaRPr/>
          </a:p>
        </p:txBody>
      </p:sp>
      <p:sp>
        <p:nvSpPr>
          <p:cNvPr id="1173" name="Google Shape;1173;p50"/>
          <p:cNvSpPr txBox="1">
            <a:spLocks noGrp="1"/>
          </p:cNvSpPr>
          <p:nvPr>
            <p:ph type="title" idx="2"/>
          </p:nvPr>
        </p:nvSpPr>
        <p:spPr>
          <a:xfrm flipH="1">
            <a:off x="4884763" y="1577550"/>
            <a:ext cx="26109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174" name="Google Shape;1174;p50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1175" name="Google Shape;1175;p50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0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0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0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0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0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0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0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50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50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50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50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50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0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0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0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1" name="Google Shape;1191;p50"/>
          <p:cNvGrpSpPr/>
          <p:nvPr/>
        </p:nvGrpSpPr>
        <p:grpSpPr>
          <a:xfrm>
            <a:off x="1146284" y="1509912"/>
            <a:ext cx="252058" cy="473443"/>
            <a:chOff x="2376775" y="2231050"/>
            <a:chExt cx="946875" cy="1778525"/>
          </a:xfrm>
        </p:grpSpPr>
        <p:sp>
          <p:nvSpPr>
            <p:cNvPr id="1192" name="Google Shape;1192;p50"/>
            <p:cNvSpPr/>
            <p:nvPr/>
          </p:nvSpPr>
          <p:spPr>
            <a:xfrm>
              <a:off x="2478275" y="2433175"/>
              <a:ext cx="744750" cy="1369225"/>
            </a:xfrm>
            <a:custGeom>
              <a:avLst/>
              <a:gdLst/>
              <a:ahLst/>
              <a:cxnLst/>
              <a:rect l="l" t="t" r="r" b="b"/>
              <a:pathLst>
                <a:path w="29790" h="54769" extrusionOk="0">
                  <a:moveTo>
                    <a:pt x="60" y="0"/>
                  </a:moveTo>
                  <a:lnTo>
                    <a:pt x="60" y="15431"/>
                  </a:lnTo>
                  <a:lnTo>
                    <a:pt x="11752" y="27099"/>
                  </a:lnTo>
                  <a:lnTo>
                    <a:pt x="0" y="38850"/>
                  </a:lnTo>
                  <a:lnTo>
                    <a:pt x="0" y="54769"/>
                  </a:lnTo>
                  <a:lnTo>
                    <a:pt x="29790" y="54769"/>
                  </a:lnTo>
                  <a:lnTo>
                    <a:pt x="29790" y="38862"/>
                  </a:lnTo>
                  <a:lnTo>
                    <a:pt x="18027" y="27099"/>
                  </a:lnTo>
                  <a:lnTo>
                    <a:pt x="29790" y="15276"/>
                  </a:lnTo>
                  <a:lnTo>
                    <a:pt x="29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50"/>
            <p:cNvSpPr/>
            <p:nvPr/>
          </p:nvSpPr>
          <p:spPr>
            <a:xfrm>
              <a:off x="2376775" y="2231050"/>
              <a:ext cx="946875" cy="221200"/>
            </a:xfrm>
            <a:custGeom>
              <a:avLst/>
              <a:gdLst/>
              <a:ahLst/>
              <a:cxnLst/>
              <a:rect l="l" t="t" r="r" b="b"/>
              <a:pathLst>
                <a:path w="37875" h="8848" extrusionOk="0">
                  <a:moveTo>
                    <a:pt x="0" y="1"/>
                  </a:moveTo>
                  <a:lnTo>
                    <a:pt x="0" y="8847"/>
                  </a:lnTo>
                  <a:lnTo>
                    <a:pt x="37874" y="8847"/>
                  </a:lnTo>
                  <a:lnTo>
                    <a:pt x="378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50"/>
            <p:cNvSpPr/>
            <p:nvPr/>
          </p:nvSpPr>
          <p:spPr>
            <a:xfrm>
              <a:off x="2376775" y="3788700"/>
              <a:ext cx="946875" cy="220875"/>
            </a:xfrm>
            <a:custGeom>
              <a:avLst/>
              <a:gdLst/>
              <a:ahLst/>
              <a:cxnLst/>
              <a:rect l="l" t="t" r="r" b="b"/>
              <a:pathLst>
                <a:path w="37875" h="8835" extrusionOk="0">
                  <a:moveTo>
                    <a:pt x="0" y="0"/>
                  </a:moveTo>
                  <a:lnTo>
                    <a:pt x="0" y="8835"/>
                  </a:lnTo>
                  <a:lnTo>
                    <a:pt x="37874" y="8835"/>
                  </a:lnTo>
                  <a:lnTo>
                    <a:pt x="37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50"/>
            <p:cNvSpPr/>
            <p:nvPr/>
          </p:nvSpPr>
          <p:spPr>
            <a:xfrm>
              <a:off x="2458925" y="2433175"/>
              <a:ext cx="39325" cy="404825"/>
            </a:xfrm>
            <a:custGeom>
              <a:avLst/>
              <a:gdLst/>
              <a:ahLst/>
              <a:cxnLst/>
              <a:rect l="l" t="t" r="r" b="b"/>
              <a:pathLst>
                <a:path w="1573" h="16193" extrusionOk="0">
                  <a:moveTo>
                    <a:pt x="1" y="0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50"/>
            <p:cNvSpPr/>
            <p:nvPr/>
          </p:nvSpPr>
          <p:spPr>
            <a:xfrm>
              <a:off x="2458925" y="3383875"/>
              <a:ext cx="39325" cy="404850"/>
            </a:xfrm>
            <a:custGeom>
              <a:avLst/>
              <a:gdLst/>
              <a:ahLst/>
              <a:cxnLst/>
              <a:rect l="l" t="t" r="r" b="b"/>
              <a:pathLst>
                <a:path w="1573" h="16194" extrusionOk="0">
                  <a:moveTo>
                    <a:pt x="1" y="1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0"/>
            <p:cNvSpPr/>
            <p:nvPr/>
          </p:nvSpPr>
          <p:spPr>
            <a:xfrm>
              <a:off x="2498800" y="283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0"/>
            <p:cNvSpPr/>
            <p:nvPr/>
          </p:nvSpPr>
          <p:spPr>
            <a:xfrm>
              <a:off x="2540775" y="287995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" y="0"/>
                  </a:moveTo>
                  <a:lnTo>
                    <a:pt x="1" y="1691"/>
                  </a:lnTo>
                  <a:lnTo>
                    <a:pt x="1691" y="1691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50"/>
            <p:cNvSpPr/>
            <p:nvPr/>
          </p:nvSpPr>
          <p:spPr>
            <a:xfrm>
              <a:off x="2583050" y="2921625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50"/>
            <p:cNvSpPr/>
            <p:nvPr/>
          </p:nvSpPr>
          <p:spPr>
            <a:xfrm>
              <a:off x="2624725" y="29638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50"/>
            <p:cNvSpPr/>
            <p:nvPr/>
          </p:nvSpPr>
          <p:spPr>
            <a:xfrm>
              <a:off x="2666700" y="300585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50"/>
            <p:cNvSpPr/>
            <p:nvPr/>
          </p:nvSpPr>
          <p:spPr>
            <a:xfrm>
              <a:off x="27086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50"/>
            <p:cNvSpPr/>
            <p:nvPr/>
          </p:nvSpPr>
          <p:spPr>
            <a:xfrm>
              <a:off x="2750625" y="3089800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1" y="0"/>
                  </a:moveTo>
                  <a:lnTo>
                    <a:pt x="1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50"/>
            <p:cNvSpPr/>
            <p:nvPr/>
          </p:nvSpPr>
          <p:spPr>
            <a:xfrm>
              <a:off x="2708650" y="31320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50"/>
            <p:cNvSpPr/>
            <p:nvPr/>
          </p:nvSpPr>
          <p:spPr>
            <a:xfrm>
              <a:off x="2666700" y="31740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50"/>
            <p:cNvSpPr/>
            <p:nvPr/>
          </p:nvSpPr>
          <p:spPr>
            <a:xfrm>
              <a:off x="2624725" y="32160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50"/>
            <p:cNvSpPr/>
            <p:nvPr/>
          </p:nvSpPr>
          <p:spPr>
            <a:xfrm>
              <a:off x="2583050" y="325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50"/>
            <p:cNvSpPr/>
            <p:nvPr/>
          </p:nvSpPr>
          <p:spPr>
            <a:xfrm>
              <a:off x="2540775" y="3299650"/>
              <a:ext cx="42300" cy="41975"/>
            </a:xfrm>
            <a:custGeom>
              <a:avLst/>
              <a:gdLst/>
              <a:ahLst/>
              <a:cxnLst/>
              <a:rect l="l" t="t" r="r" b="b"/>
              <a:pathLst>
                <a:path w="1692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91" y="1679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50"/>
            <p:cNvSpPr/>
            <p:nvPr/>
          </p:nvSpPr>
          <p:spPr>
            <a:xfrm>
              <a:off x="2498800" y="3341600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1" y="1"/>
                  </a:moveTo>
                  <a:lnTo>
                    <a:pt x="1" y="1692"/>
                  </a:lnTo>
                  <a:lnTo>
                    <a:pt x="1680" y="1692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50"/>
            <p:cNvSpPr/>
            <p:nvPr/>
          </p:nvSpPr>
          <p:spPr>
            <a:xfrm>
              <a:off x="3202775" y="2433175"/>
              <a:ext cx="39000" cy="404825"/>
            </a:xfrm>
            <a:custGeom>
              <a:avLst/>
              <a:gdLst/>
              <a:ahLst/>
              <a:cxnLst/>
              <a:rect l="l" t="t" r="r" b="b"/>
              <a:pathLst>
                <a:path w="1560" h="16193" extrusionOk="0">
                  <a:moveTo>
                    <a:pt x="0" y="0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0"/>
            <p:cNvSpPr/>
            <p:nvPr/>
          </p:nvSpPr>
          <p:spPr>
            <a:xfrm>
              <a:off x="3202775" y="3383875"/>
              <a:ext cx="39000" cy="404850"/>
            </a:xfrm>
            <a:custGeom>
              <a:avLst/>
              <a:gdLst/>
              <a:ahLst/>
              <a:cxnLst/>
              <a:rect l="l" t="t" r="r" b="b"/>
              <a:pathLst>
                <a:path w="1560" h="16194" extrusionOk="0">
                  <a:moveTo>
                    <a:pt x="0" y="1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0"/>
            <p:cNvSpPr/>
            <p:nvPr/>
          </p:nvSpPr>
          <p:spPr>
            <a:xfrm>
              <a:off x="3159900" y="28376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50"/>
            <p:cNvSpPr/>
            <p:nvPr/>
          </p:nvSpPr>
          <p:spPr>
            <a:xfrm>
              <a:off x="3117925" y="28796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50"/>
            <p:cNvSpPr/>
            <p:nvPr/>
          </p:nvSpPr>
          <p:spPr>
            <a:xfrm>
              <a:off x="3075975" y="2921925"/>
              <a:ext cx="41975" cy="42275"/>
            </a:xfrm>
            <a:custGeom>
              <a:avLst/>
              <a:gdLst/>
              <a:ahLst/>
              <a:cxnLst/>
              <a:rect l="l" t="t" r="r" b="b"/>
              <a:pathLst>
                <a:path w="1679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50"/>
            <p:cNvSpPr/>
            <p:nvPr/>
          </p:nvSpPr>
          <p:spPr>
            <a:xfrm>
              <a:off x="3034000" y="2963875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0" y="1"/>
                  </a:moveTo>
                  <a:lnTo>
                    <a:pt x="0" y="1692"/>
                  </a:lnTo>
                  <a:lnTo>
                    <a:pt x="1679" y="1692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9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50"/>
            <p:cNvSpPr/>
            <p:nvPr/>
          </p:nvSpPr>
          <p:spPr>
            <a:xfrm>
              <a:off x="2992025" y="30058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50"/>
            <p:cNvSpPr/>
            <p:nvPr/>
          </p:nvSpPr>
          <p:spPr>
            <a:xfrm>
              <a:off x="29500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50"/>
            <p:cNvSpPr/>
            <p:nvPr/>
          </p:nvSpPr>
          <p:spPr>
            <a:xfrm>
              <a:off x="2907800" y="308980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50"/>
            <p:cNvSpPr/>
            <p:nvPr/>
          </p:nvSpPr>
          <p:spPr>
            <a:xfrm>
              <a:off x="2950050" y="3131775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50"/>
            <p:cNvSpPr/>
            <p:nvPr/>
          </p:nvSpPr>
          <p:spPr>
            <a:xfrm>
              <a:off x="2992025" y="31737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50"/>
            <p:cNvSpPr/>
            <p:nvPr/>
          </p:nvSpPr>
          <p:spPr>
            <a:xfrm>
              <a:off x="3034000" y="32157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50"/>
            <p:cNvSpPr/>
            <p:nvPr/>
          </p:nvSpPr>
          <p:spPr>
            <a:xfrm>
              <a:off x="3075975" y="325767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50"/>
            <p:cNvSpPr/>
            <p:nvPr/>
          </p:nvSpPr>
          <p:spPr>
            <a:xfrm>
              <a:off x="3117925" y="3299950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50"/>
            <p:cNvSpPr/>
            <p:nvPr/>
          </p:nvSpPr>
          <p:spPr>
            <a:xfrm>
              <a:off x="3159900" y="33419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50"/>
            <p:cNvSpPr/>
            <p:nvPr/>
          </p:nvSpPr>
          <p:spPr>
            <a:xfrm>
              <a:off x="2589300" y="2848400"/>
              <a:ext cx="522125" cy="909650"/>
            </a:xfrm>
            <a:custGeom>
              <a:avLst/>
              <a:gdLst/>
              <a:ahLst/>
              <a:cxnLst/>
              <a:rect l="l" t="t" r="r" b="b"/>
              <a:pathLst>
                <a:path w="20885" h="36386" extrusionOk="0">
                  <a:moveTo>
                    <a:pt x="4227" y="0"/>
                  </a:moveTo>
                  <a:lnTo>
                    <a:pt x="4227" y="3025"/>
                  </a:lnTo>
                  <a:lnTo>
                    <a:pt x="5727" y="3025"/>
                  </a:lnTo>
                  <a:lnTo>
                    <a:pt x="5727" y="4727"/>
                  </a:lnTo>
                  <a:lnTo>
                    <a:pt x="7311" y="4727"/>
                  </a:lnTo>
                  <a:lnTo>
                    <a:pt x="7311" y="6287"/>
                  </a:lnTo>
                  <a:lnTo>
                    <a:pt x="8835" y="6287"/>
                  </a:lnTo>
                  <a:lnTo>
                    <a:pt x="8835" y="7835"/>
                  </a:lnTo>
                  <a:lnTo>
                    <a:pt x="9585" y="7835"/>
                  </a:lnTo>
                  <a:lnTo>
                    <a:pt x="9585" y="22253"/>
                  </a:lnTo>
                  <a:lnTo>
                    <a:pt x="8835" y="22253"/>
                  </a:lnTo>
                  <a:lnTo>
                    <a:pt x="8835" y="23801"/>
                  </a:lnTo>
                  <a:lnTo>
                    <a:pt x="7311" y="23801"/>
                  </a:lnTo>
                  <a:lnTo>
                    <a:pt x="7311" y="25349"/>
                  </a:lnTo>
                  <a:lnTo>
                    <a:pt x="5727" y="25349"/>
                  </a:lnTo>
                  <a:lnTo>
                    <a:pt x="5727" y="27075"/>
                  </a:lnTo>
                  <a:lnTo>
                    <a:pt x="4227" y="27075"/>
                  </a:lnTo>
                  <a:lnTo>
                    <a:pt x="4227" y="28992"/>
                  </a:lnTo>
                  <a:lnTo>
                    <a:pt x="0" y="28992"/>
                  </a:lnTo>
                  <a:lnTo>
                    <a:pt x="0" y="36386"/>
                  </a:lnTo>
                  <a:lnTo>
                    <a:pt x="20884" y="36386"/>
                  </a:lnTo>
                  <a:lnTo>
                    <a:pt x="20884" y="28992"/>
                  </a:lnTo>
                  <a:lnTo>
                    <a:pt x="16669" y="28992"/>
                  </a:lnTo>
                  <a:lnTo>
                    <a:pt x="16669" y="27075"/>
                  </a:lnTo>
                  <a:lnTo>
                    <a:pt x="15169" y="27075"/>
                  </a:lnTo>
                  <a:lnTo>
                    <a:pt x="15169" y="25349"/>
                  </a:lnTo>
                  <a:lnTo>
                    <a:pt x="13586" y="25349"/>
                  </a:lnTo>
                  <a:lnTo>
                    <a:pt x="13586" y="23801"/>
                  </a:lnTo>
                  <a:lnTo>
                    <a:pt x="12050" y="23801"/>
                  </a:lnTo>
                  <a:lnTo>
                    <a:pt x="12050" y="22253"/>
                  </a:lnTo>
                  <a:lnTo>
                    <a:pt x="11311" y="22253"/>
                  </a:lnTo>
                  <a:lnTo>
                    <a:pt x="11311" y="7835"/>
                  </a:lnTo>
                  <a:lnTo>
                    <a:pt x="12050" y="7835"/>
                  </a:lnTo>
                  <a:lnTo>
                    <a:pt x="12050" y="6287"/>
                  </a:lnTo>
                  <a:lnTo>
                    <a:pt x="13586" y="6287"/>
                  </a:lnTo>
                  <a:lnTo>
                    <a:pt x="13586" y="4727"/>
                  </a:lnTo>
                  <a:lnTo>
                    <a:pt x="15169" y="4727"/>
                  </a:lnTo>
                  <a:lnTo>
                    <a:pt x="15169" y="3025"/>
                  </a:lnTo>
                  <a:lnTo>
                    <a:pt x="16669" y="3025"/>
                  </a:lnTo>
                  <a:lnTo>
                    <a:pt x="16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1"/>
          <p:cNvSpPr/>
          <p:nvPr/>
        </p:nvSpPr>
        <p:spPr>
          <a:xfrm>
            <a:off x="424763" y="339850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1" name="Google Shape;1231;p51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232" name="Google Shape;1232;p51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1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4" name="Google Shape;1234;p51"/>
          <p:cNvSpPr txBox="1">
            <a:spLocks noGrp="1"/>
          </p:cNvSpPr>
          <p:nvPr>
            <p:ph type="title"/>
          </p:nvPr>
        </p:nvSpPr>
        <p:spPr>
          <a:xfrm>
            <a:off x="714388" y="4415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Result </a:t>
            </a:r>
            <a:endParaRPr/>
          </a:p>
        </p:txBody>
      </p:sp>
      <p:grpSp>
        <p:nvGrpSpPr>
          <p:cNvPr id="1235" name="Google Shape;1235;p51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236" name="Google Shape;1236;p51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51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51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51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51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51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51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51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51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51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1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51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51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51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51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1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52" name="Google Shape;1252;p51"/>
          <p:cNvGraphicFramePr/>
          <p:nvPr>
            <p:extLst>
              <p:ext uri="{D42A27DB-BD31-4B8C-83A1-F6EECF244321}">
                <p14:modId xmlns:p14="http://schemas.microsoft.com/office/powerpoint/2010/main" val="2214109430"/>
              </p:ext>
            </p:extLst>
          </p:nvPr>
        </p:nvGraphicFramePr>
        <p:xfrm>
          <a:off x="1258425" y="1508175"/>
          <a:ext cx="7064425" cy="2470605"/>
        </p:xfrm>
        <a:graphic>
          <a:graphicData uri="http://schemas.openxmlformats.org/drawingml/2006/table">
            <a:tbl>
              <a:tblPr>
                <a:noFill/>
                <a:tableStyleId>{E31145A6-1194-49F1-96B0-51B196D36F67}</a:tableStyleId>
              </a:tblPr>
              <a:tblGrid>
                <a:gridCol w="112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Horizon</a:t>
                      </a:r>
                      <a:endParaRPr sz="1000" b="1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Logistic_AUC</a:t>
                      </a:r>
                      <a:endParaRPr sz="1000" b="1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LightGBM_AUC</a:t>
                      </a:r>
                      <a:endParaRPr sz="1000" b="1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Stacking_AUC</a:t>
                      </a:r>
                      <a:endParaRPr sz="1000" b="1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MLP_AUC</a:t>
                      </a:r>
                      <a:endParaRPr sz="1000" b="1" dirty="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0.512866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0.516483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0.511477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0.518280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0.519275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0.519560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0.518597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0.521117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0.527192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0.514791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0.526502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0.527405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0.525188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0.512390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0.524613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0.519081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0.526081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0.509952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0.525375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0.523975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7" name="Google Shape;1257;p52"/>
          <p:cNvGrpSpPr/>
          <p:nvPr/>
        </p:nvGrpSpPr>
        <p:grpSpPr>
          <a:xfrm>
            <a:off x="665052" y="576066"/>
            <a:ext cx="7910911" cy="3922670"/>
            <a:chOff x="2974275" y="1679475"/>
            <a:chExt cx="2002175" cy="2001975"/>
          </a:xfrm>
        </p:grpSpPr>
        <p:sp>
          <p:nvSpPr>
            <p:cNvPr id="1258" name="Google Shape;1258;p52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2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2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2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2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2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2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2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2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2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8" name="Google Shape;1268;p52"/>
          <p:cNvGrpSpPr/>
          <p:nvPr/>
        </p:nvGrpSpPr>
        <p:grpSpPr>
          <a:xfrm>
            <a:off x="5216105" y="1504495"/>
            <a:ext cx="2861973" cy="2515757"/>
            <a:chOff x="844350" y="1447525"/>
            <a:chExt cx="3472005" cy="1341952"/>
          </a:xfrm>
        </p:grpSpPr>
        <p:sp>
          <p:nvSpPr>
            <p:cNvPr id="1269" name="Google Shape;1269;p52"/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0" name="Google Shape;1270;p52"/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1271" name="Google Shape;1271;p52"/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52"/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73" name="Google Shape;1273;p52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1274" name="Google Shape;1274;p52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2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2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2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2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2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2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2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2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2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2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52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2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2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2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2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90" name="Google Shape;1290;p52"/>
          <p:cNvPicPr preferRelativeResize="0"/>
          <p:nvPr/>
        </p:nvPicPr>
        <p:blipFill rotWithShape="1">
          <a:blip r:embed="rId3">
            <a:alphaModFix/>
          </a:blip>
          <a:srcRect l="-4988" r="8165"/>
          <a:stretch/>
        </p:blipFill>
        <p:spPr>
          <a:xfrm>
            <a:off x="-78650" y="383925"/>
            <a:ext cx="8931705" cy="45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>
          <a:extLst>
            <a:ext uri="{FF2B5EF4-FFF2-40B4-BE49-F238E27FC236}">
              <a16:creationId xmlns:a16="http://schemas.microsoft.com/office/drawing/2014/main" id="{B2E828E1-8B5C-BC07-76B8-9F45F4F6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1">
            <a:extLst>
              <a:ext uri="{FF2B5EF4-FFF2-40B4-BE49-F238E27FC236}">
                <a16:creationId xmlns:a16="http://schemas.microsoft.com/office/drawing/2014/main" id="{E3ED1C2F-13C7-9E14-B313-746191E8AD18}"/>
              </a:ext>
            </a:extLst>
          </p:cNvPr>
          <p:cNvSpPr/>
          <p:nvPr/>
        </p:nvSpPr>
        <p:spPr>
          <a:xfrm>
            <a:off x="424763" y="339850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1" name="Google Shape;1231;p51">
            <a:extLst>
              <a:ext uri="{FF2B5EF4-FFF2-40B4-BE49-F238E27FC236}">
                <a16:creationId xmlns:a16="http://schemas.microsoft.com/office/drawing/2014/main" id="{9C780B10-7289-4D2D-C279-B1130C89B23A}"/>
              </a:ext>
            </a:extLst>
          </p:cNvPr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232" name="Google Shape;1232;p51">
              <a:extLst>
                <a:ext uri="{FF2B5EF4-FFF2-40B4-BE49-F238E27FC236}">
                  <a16:creationId xmlns:a16="http://schemas.microsoft.com/office/drawing/2014/main" id="{D43E769D-394B-7BF3-2BAF-95F70F3696F1}"/>
                </a:ext>
              </a:extLst>
            </p:cNvPr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1">
              <a:extLst>
                <a:ext uri="{FF2B5EF4-FFF2-40B4-BE49-F238E27FC236}">
                  <a16:creationId xmlns:a16="http://schemas.microsoft.com/office/drawing/2014/main" id="{F0597611-89E5-A2E6-8F43-E037520C7EAE}"/>
                </a:ext>
              </a:extLst>
            </p:cNvPr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4" name="Google Shape;1234;p51">
            <a:extLst>
              <a:ext uri="{FF2B5EF4-FFF2-40B4-BE49-F238E27FC236}">
                <a16:creationId xmlns:a16="http://schemas.microsoft.com/office/drawing/2014/main" id="{15C5FF39-B97B-8B20-D60F-15B22B99F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388" y="4415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Classification Result </a:t>
            </a:r>
            <a:endParaRPr dirty="0"/>
          </a:p>
        </p:txBody>
      </p:sp>
      <p:grpSp>
        <p:nvGrpSpPr>
          <p:cNvPr id="1235" name="Google Shape;1235;p51">
            <a:extLst>
              <a:ext uri="{FF2B5EF4-FFF2-40B4-BE49-F238E27FC236}">
                <a16:creationId xmlns:a16="http://schemas.microsoft.com/office/drawing/2014/main" id="{AE20AB01-2148-F7E6-A4A8-7C39D1D6CD1F}"/>
              </a:ext>
            </a:extLst>
          </p:cNvPr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236" name="Google Shape;1236;p51">
              <a:extLst>
                <a:ext uri="{FF2B5EF4-FFF2-40B4-BE49-F238E27FC236}">
                  <a16:creationId xmlns:a16="http://schemas.microsoft.com/office/drawing/2014/main" id="{7DA83F60-3153-102C-A030-4D7ABE5844A3}"/>
                </a:ext>
              </a:extLst>
            </p:cNvPr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51">
              <a:extLst>
                <a:ext uri="{FF2B5EF4-FFF2-40B4-BE49-F238E27FC236}">
                  <a16:creationId xmlns:a16="http://schemas.microsoft.com/office/drawing/2014/main" id="{841C8270-57DC-0C96-7223-DA1BAA920585}"/>
                </a:ext>
              </a:extLst>
            </p:cNvPr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51">
              <a:extLst>
                <a:ext uri="{FF2B5EF4-FFF2-40B4-BE49-F238E27FC236}">
                  <a16:creationId xmlns:a16="http://schemas.microsoft.com/office/drawing/2014/main" id="{F9371624-C9D4-39E7-953C-89955B254132}"/>
                </a:ext>
              </a:extLst>
            </p:cNvPr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51">
              <a:extLst>
                <a:ext uri="{FF2B5EF4-FFF2-40B4-BE49-F238E27FC236}">
                  <a16:creationId xmlns:a16="http://schemas.microsoft.com/office/drawing/2014/main" id="{C5B277AC-A76B-8B97-C9B1-CDA586CD4B69}"/>
                </a:ext>
              </a:extLst>
            </p:cNvPr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51">
              <a:extLst>
                <a:ext uri="{FF2B5EF4-FFF2-40B4-BE49-F238E27FC236}">
                  <a16:creationId xmlns:a16="http://schemas.microsoft.com/office/drawing/2014/main" id="{5789F023-842A-E0F3-159B-EF3F0405EC23}"/>
                </a:ext>
              </a:extLst>
            </p:cNvPr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51">
              <a:extLst>
                <a:ext uri="{FF2B5EF4-FFF2-40B4-BE49-F238E27FC236}">
                  <a16:creationId xmlns:a16="http://schemas.microsoft.com/office/drawing/2014/main" id="{95899465-6100-C254-2D95-A5AB57A829AE}"/>
                </a:ext>
              </a:extLst>
            </p:cNvPr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51">
              <a:extLst>
                <a:ext uri="{FF2B5EF4-FFF2-40B4-BE49-F238E27FC236}">
                  <a16:creationId xmlns:a16="http://schemas.microsoft.com/office/drawing/2014/main" id="{5D59BF69-5292-B7E1-B4CE-6AA1BF9DB979}"/>
                </a:ext>
              </a:extLst>
            </p:cNvPr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51">
              <a:extLst>
                <a:ext uri="{FF2B5EF4-FFF2-40B4-BE49-F238E27FC236}">
                  <a16:creationId xmlns:a16="http://schemas.microsoft.com/office/drawing/2014/main" id="{72CA17C3-E925-0563-1AC0-EE9E84C65C60}"/>
                </a:ext>
              </a:extLst>
            </p:cNvPr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51">
              <a:extLst>
                <a:ext uri="{FF2B5EF4-FFF2-40B4-BE49-F238E27FC236}">
                  <a16:creationId xmlns:a16="http://schemas.microsoft.com/office/drawing/2014/main" id="{C9E1DB64-AD07-2ED3-FE99-8B42FF68EB89}"/>
                </a:ext>
              </a:extLst>
            </p:cNvPr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51">
              <a:extLst>
                <a:ext uri="{FF2B5EF4-FFF2-40B4-BE49-F238E27FC236}">
                  <a16:creationId xmlns:a16="http://schemas.microsoft.com/office/drawing/2014/main" id="{651D663F-F78A-E4DA-EC19-CF6ABF52BB4D}"/>
                </a:ext>
              </a:extLst>
            </p:cNvPr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1">
              <a:extLst>
                <a:ext uri="{FF2B5EF4-FFF2-40B4-BE49-F238E27FC236}">
                  <a16:creationId xmlns:a16="http://schemas.microsoft.com/office/drawing/2014/main" id="{9A3B0D70-5563-F652-F0E1-96BF1533296C}"/>
                </a:ext>
              </a:extLst>
            </p:cNvPr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51">
              <a:extLst>
                <a:ext uri="{FF2B5EF4-FFF2-40B4-BE49-F238E27FC236}">
                  <a16:creationId xmlns:a16="http://schemas.microsoft.com/office/drawing/2014/main" id="{6832BBEB-72FB-9D95-EA2A-851171F61676}"/>
                </a:ext>
              </a:extLst>
            </p:cNvPr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51">
              <a:extLst>
                <a:ext uri="{FF2B5EF4-FFF2-40B4-BE49-F238E27FC236}">
                  <a16:creationId xmlns:a16="http://schemas.microsoft.com/office/drawing/2014/main" id="{01648EAB-C8D7-1FBA-A970-CAC6CA85CE0A}"/>
                </a:ext>
              </a:extLst>
            </p:cNvPr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51">
              <a:extLst>
                <a:ext uri="{FF2B5EF4-FFF2-40B4-BE49-F238E27FC236}">
                  <a16:creationId xmlns:a16="http://schemas.microsoft.com/office/drawing/2014/main" id="{DF692E98-B1A6-BCBC-DB24-716974561F2D}"/>
                </a:ext>
              </a:extLst>
            </p:cNvPr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51">
              <a:extLst>
                <a:ext uri="{FF2B5EF4-FFF2-40B4-BE49-F238E27FC236}">
                  <a16:creationId xmlns:a16="http://schemas.microsoft.com/office/drawing/2014/main" id="{ED2C26A0-9217-F94D-37E7-A51BC4152188}"/>
                </a:ext>
              </a:extLst>
            </p:cNvPr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1">
              <a:extLst>
                <a:ext uri="{FF2B5EF4-FFF2-40B4-BE49-F238E27FC236}">
                  <a16:creationId xmlns:a16="http://schemas.microsoft.com/office/drawing/2014/main" id="{92A4FEA0-5560-BE38-26A8-C89CD466C656}"/>
                </a:ext>
              </a:extLst>
            </p:cNvPr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52" name="Google Shape;1252;p51">
            <a:extLst>
              <a:ext uri="{FF2B5EF4-FFF2-40B4-BE49-F238E27FC236}">
                <a16:creationId xmlns:a16="http://schemas.microsoft.com/office/drawing/2014/main" id="{F2D7540B-ABE0-19A4-C404-3E9895934D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17927"/>
              </p:ext>
            </p:extLst>
          </p:nvPr>
        </p:nvGraphicFramePr>
        <p:xfrm>
          <a:off x="1253836" y="1508175"/>
          <a:ext cx="6992225" cy="2737151"/>
        </p:xfrm>
        <a:graphic>
          <a:graphicData uri="http://schemas.openxmlformats.org/drawingml/2006/table">
            <a:tbl>
              <a:tblPr>
                <a:noFill/>
                <a:tableStyleId>{E31145A6-1194-49F1-96B0-51B196D36F67}</a:tableStyleId>
              </a:tblPr>
              <a:tblGrid>
                <a:gridCol w="1226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371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Horizon</a:t>
                      </a:r>
                      <a:endParaRPr sz="1000" b="1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Logistic_AUC</a:t>
                      </a:r>
                      <a:endParaRPr sz="1000" b="1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LightGBM_AUC</a:t>
                      </a:r>
                      <a:endParaRPr sz="1000" b="1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Stacking_AUC</a:t>
                      </a:r>
                      <a:endParaRPr sz="1000" b="1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/>
                          <a:sym typeface="Arial"/>
                        </a:rPr>
                        <a:t>1d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0.539497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0.512736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0.506891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</a:rPr>
                        <a:t>2d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0.573944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0.561581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0.468798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</a:rPr>
                        <a:t>5d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0.611009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0.512701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0.581272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</a:rPr>
                        <a:t>10d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0.676960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0.538419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0.611633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</a:rPr>
                        <a:t>20d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0.722243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0.631681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0.541755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567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DCD2603-04BD-62D2-04EE-AD4CBD05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7" name="Google Shape;1257;p52">
            <a:extLst>
              <a:ext uri="{FF2B5EF4-FFF2-40B4-BE49-F238E27FC236}">
                <a16:creationId xmlns:a16="http://schemas.microsoft.com/office/drawing/2014/main" id="{90CB604E-D6D1-8140-2645-DFE137AB6FEF}"/>
              </a:ext>
            </a:extLst>
          </p:cNvPr>
          <p:cNvGrpSpPr/>
          <p:nvPr/>
        </p:nvGrpSpPr>
        <p:grpSpPr>
          <a:xfrm>
            <a:off x="379256" y="472181"/>
            <a:ext cx="8508435" cy="3922670"/>
            <a:chOff x="2974275" y="1679475"/>
            <a:chExt cx="2002175" cy="2001975"/>
          </a:xfrm>
        </p:grpSpPr>
        <p:sp>
          <p:nvSpPr>
            <p:cNvPr id="1258" name="Google Shape;1258;p52">
              <a:extLst>
                <a:ext uri="{FF2B5EF4-FFF2-40B4-BE49-F238E27FC236}">
                  <a16:creationId xmlns:a16="http://schemas.microsoft.com/office/drawing/2014/main" id="{93200F64-4A52-73D7-889D-FEE1BF45A43D}"/>
                </a:ext>
              </a:extLst>
            </p:cNvPr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2">
              <a:extLst>
                <a:ext uri="{FF2B5EF4-FFF2-40B4-BE49-F238E27FC236}">
                  <a16:creationId xmlns:a16="http://schemas.microsoft.com/office/drawing/2014/main" id="{36FF2D6D-B211-BAE2-438E-44B8F401C761}"/>
                </a:ext>
              </a:extLst>
            </p:cNvPr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2">
              <a:extLst>
                <a:ext uri="{FF2B5EF4-FFF2-40B4-BE49-F238E27FC236}">
                  <a16:creationId xmlns:a16="http://schemas.microsoft.com/office/drawing/2014/main" id="{B5DB3072-5DAF-462A-2D7C-6EC5E791A8DC}"/>
                </a:ext>
              </a:extLst>
            </p:cNvPr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2">
              <a:extLst>
                <a:ext uri="{FF2B5EF4-FFF2-40B4-BE49-F238E27FC236}">
                  <a16:creationId xmlns:a16="http://schemas.microsoft.com/office/drawing/2014/main" id="{01F48375-CE48-429A-D7A8-8E194E56BE41}"/>
                </a:ext>
              </a:extLst>
            </p:cNvPr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2">
              <a:extLst>
                <a:ext uri="{FF2B5EF4-FFF2-40B4-BE49-F238E27FC236}">
                  <a16:creationId xmlns:a16="http://schemas.microsoft.com/office/drawing/2014/main" id="{3E01F1F5-F10F-F1E3-D0F5-0979C9DEA3AC}"/>
                </a:ext>
              </a:extLst>
            </p:cNvPr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2">
              <a:extLst>
                <a:ext uri="{FF2B5EF4-FFF2-40B4-BE49-F238E27FC236}">
                  <a16:creationId xmlns:a16="http://schemas.microsoft.com/office/drawing/2014/main" id="{7464AED0-E003-6D9C-383E-6983E92520EB}"/>
                </a:ext>
              </a:extLst>
            </p:cNvPr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2">
              <a:extLst>
                <a:ext uri="{FF2B5EF4-FFF2-40B4-BE49-F238E27FC236}">
                  <a16:creationId xmlns:a16="http://schemas.microsoft.com/office/drawing/2014/main" id="{4177A9F6-1122-BFFC-4578-AB493A346CE1}"/>
                </a:ext>
              </a:extLst>
            </p:cNvPr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2">
              <a:extLst>
                <a:ext uri="{FF2B5EF4-FFF2-40B4-BE49-F238E27FC236}">
                  <a16:creationId xmlns:a16="http://schemas.microsoft.com/office/drawing/2014/main" id="{34FE74BB-1341-52B5-A10D-7665BC239B2F}"/>
                </a:ext>
              </a:extLst>
            </p:cNvPr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2">
              <a:extLst>
                <a:ext uri="{FF2B5EF4-FFF2-40B4-BE49-F238E27FC236}">
                  <a16:creationId xmlns:a16="http://schemas.microsoft.com/office/drawing/2014/main" id="{B54C0976-6E79-6F0F-9163-F7C865B060D0}"/>
                </a:ext>
              </a:extLst>
            </p:cNvPr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2">
              <a:extLst>
                <a:ext uri="{FF2B5EF4-FFF2-40B4-BE49-F238E27FC236}">
                  <a16:creationId xmlns:a16="http://schemas.microsoft.com/office/drawing/2014/main" id="{950F5DD4-E0F9-9D2A-DD72-4BFABC8ACDFE}"/>
                </a:ext>
              </a:extLst>
            </p:cNvPr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3" name="Google Shape;1273;p52">
            <a:extLst>
              <a:ext uri="{FF2B5EF4-FFF2-40B4-BE49-F238E27FC236}">
                <a16:creationId xmlns:a16="http://schemas.microsoft.com/office/drawing/2014/main" id="{FC55FB59-72D9-C474-7E16-354BAD73B19E}"/>
              </a:ext>
            </a:extLst>
          </p:cNvPr>
          <p:cNvGrpSpPr/>
          <p:nvPr/>
        </p:nvGrpSpPr>
        <p:grpSpPr>
          <a:xfrm>
            <a:off x="7801790" y="690359"/>
            <a:ext cx="882879" cy="243714"/>
            <a:chOff x="7301150" y="922090"/>
            <a:chExt cx="882879" cy="243714"/>
          </a:xfrm>
        </p:grpSpPr>
        <p:sp>
          <p:nvSpPr>
            <p:cNvPr id="1274" name="Google Shape;1274;p52">
              <a:extLst>
                <a:ext uri="{FF2B5EF4-FFF2-40B4-BE49-F238E27FC236}">
                  <a16:creationId xmlns:a16="http://schemas.microsoft.com/office/drawing/2014/main" id="{56480944-44D6-F94A-D737-A601B3ED45B9}"/>
                </a:ext>
              </a:extLst>
            </p:cNvPr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2">
              <a:extLst>
                <a:ext uri="{FF2B5EF4-FFF2-40B4-BE49-F238E27FC236}">
                  <a16:creationId xmlns:a16="http://schemas.microsoft.com/office/drawing/2014/main" id="{FB9E7DFE-46EB-DC7E-596D-1A2D47865E67}"/>
                </a:ext>
              </a:extLst>
            </p:cNvPr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2">
              <a:extLst>
                <a:ext uri="{FF2B5EF4-FFF2-40B4-BE49-F238E27FC236}">
                  <a16:creationId xmlns:a16="http://schemas.microsoft.com/office/drawing/2014/main" id="{828F1E91-F2EE-C1CB-1B30-53B1EE7D8034}"/>
                </a:ext>
              </a:extLst>
            </p:cNvPr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2">
              <a:extLst>
                <a:ext uri="{FF2B5EF4-FFF2-40B4-BE49-F238E27FC236}">
                  <a16:creationId xmlns:a16="http://schemas.microsoft.com/office/drawing/2014/main" id="{E8594CD5-BD87-A410-F245-46594E58554E}"/>
                </a:ext>
              </a:extLst>
            </p:cNvPr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2">
              <a:extLst>
                <a:ext uri="{FF2B5EF4-FFF2-40B4-BE49-F238E27FC236}">
                  <a16:creationId xmlns:a16="http://schemas.microsoft.com/office/drawing/2014/main" id="{0BA1E8B2-DE3C-C2BC-954D-CC0783622FCE}"/>
                </a:ext>
              </a:extLst>
            </p:cNvPr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2">
              <a:extLst>
                <a:ext uri="{FF2B5EF4-FFF2-40B4-BE49-F238E27FC236}">
                  <a16:creationId xmlns:a16="http://schemas.microsoft.com/office/drawing/2014/main" id="{C113F1A6-E706-8861-611E-F15A0C68B78D}"/>
                </a:ext>
              </a:extLst>
            </p:cNvPr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2">
              <a:extLst>
                <a:ext uri="{FF2B5EF4-FFF2-40B4-BE49-F238E27FC236}">
                  <a16:creationId xmlns:a16="http://schemas.microsoft.com/office/drawing/2014/main" id="{38E2ABC0-7AA1-C3C4-434A-A30CAAACD6C6}"/>
                </a:ext>
              </a:extLst>
            </p:cNvPr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2">
              <a:extLst>
                <a:ext uri="{FF2B5EF4-FFF2-40B4-BE49-F238E27FC236}">
                  <a16:creationId xmlns:a16="http://schemas.microsoft.com/office/drawing/2014/main" id="{947D3B5D-40AD-4153-738B-92524DC881E2}"/>
                </a:ext>
              </a:extLst>
            </p:cNvPr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2">
              <a:extLst>
                <a:ext uri="{FF2B5EF4-FFF2-40B4-BE49-F238E27FC236}">
                  <a16:creationId xmlns:a16="http://schemas.microsoft.com/office/drawing/2014/main" id="{3D207087-EF9B-B42D-FEBE-3C2F072BFFB1}"/>
                </a:ext>
              </a:extLst>
            </p:cNvPr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2">
              <a:extLst>
                <a:ext uri="{FF2B5EF4-FFF2-40B4-BE49-F238E27FC236}">
                  <a16:creationId xmlns:a16="http://schemas.microsoft.com/office/drawing/2014/main" id="{DEBFF895-C5DE-BF8A-330A-58CFA7161F8A}"/>
                </a:ext>
              </a:extLst>
            </p:cNvPr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2">
              <a:extLst>
                <a:ext uri="{FF2B5EF4-FFF2-40B4-BE49-F238E27FC236}">
                  <a16:creationId xmlns:a16="http://schemas.microsoft.com/office/drawing/2014/main" id="{A909396B-00BA-BFCD-7C3F-C6CBE51A94C3}"/>
                </a:ext>
              </a:extLst>
            </p:cNvPr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52">
              <a:extLst>
                <a:ext uri="{FF2B5EF4-FFF2-40B4-BE49-F238E27FC236}">
                  <a16:creationId xmlns:a16="http://schemas.microsoft.com/office/drawing/2014/main" id="{D3284B8A-5348-3DB7-D419-EE0EB2E7D52C}"/>
                </a:ext>
              </a:extLst>
            </p:cNvPr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2">
              <a:extLst>
                <a:ext uri="{FF2B5EF4-FFF2-40B4-BE49-F238E27FC236}">
                  <a16:creationId xmlns:a16="http://schemas.microsoft.com/office/drawing/2014/main" id="{3D272409-B46F-E859-80BD-F9ECA7462DF6}"/>
                </a:ext>
              </a:extLst>
            </p:cNvPr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2">
              <a:extLst>
                <a:ext uri="{FF2B5EF4-FFF2-40B4-BE49-F238E27FC236}">
                  <a16:creationId xmlns:a16="http://schemas.microsoft.com/office/drawing/2014/main" id="{4F494062-1F6F-8675-6AD7-4591DD2DC41D}"/>
                </a:ext>
              </a:extLst>
            </p:cNvPr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2">
              <a:extLst>
                <a:ext uri="{FF2B5EF4-FFF2-40B4-BE49-F238E27FC236}">
                  <a16:creationId xmlns:a16="http://schemas.microsoft.com/office/drawing/2014/main" id="{38D045CF-086B-4C75-9AAF-43ABEDDDCB58}"/>
                </a:ext>
              </a:extLst>
            </p:cNvPr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2">
              <a:extLst>
                <a:ext uri="{FF2B5EF4-FFF2-40B4-BE49-F238E27FC236}">
                  <a16:creationId xmlns:a16="http://schemas.microsoft.com/office/drawing/2014/main" id="{E91D1ACA-7F77-DA09-2A04-0BE234171534}"/>
                </a:ext>
              </a:extLst>
            </p:cNvPr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C6EAC8E-AE0E-39FF-8BAB-CECD32E9B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12" y="1183788"/>
            <a:ext cx="4277454" cy="31345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3D1A8C-DDF9-AEFF-3699-6DE1CA6BD1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290"/>
          <a:stretch/>
        </p:blipFill>
        <p:spPr>
          <a:xfrm>
            <a:off x="4873726" y="1200196"/>
            <a:ext cx="3837896" cy="3121100"/>
          </a:xfrm>
          <a:prstGeom prst="rect">
            <a:avLst/>
          </a:prstGeom>
        </p:spPr>
      </p:pic>
      <p:sp>
        <p:nvSpPr>
          <p:cNvPr id="6" name="Google Shape;1234;p51">
            <a:extLst>
              <a:ext uri="{FF2B5EF4-FFF2-40B4-BE49-F238E27FC236}">
                <a16:creationId xmlns:a16="http://schemas.microsoft.com/office/drawing/2014/main" id="{B4A75D1D-8D33-A5CF-2D8B-809D160F3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394" y="426289"/>
            <a:ext cx="7637751" cy="4978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</a:rPr>
              <a:t>Classification Result </a:t>
            </a:r>
            <a:endParaRPr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239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53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6" name="Google Shape;1296;p53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297" name="Google Shape;1297;p53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3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9" name="Google Shape;1299;p53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Prediction</a:t>
            </a:r>
            <a:endParaRPr/>
          </a:p>
        </p:txBody>
      </p:sp>
      <p:sp>
        <p:nvSpPr>
          <p:cNvPr id="1300" name="Google Shape;1300;p53"/>
          <p:cNvSpPr txBox="1">
            <a:spLocks noGrp="1"/>
          </p:cNvSpPr>
          <p:nvPr>
            <p:ph type="subTitle" idx="1"/>
          </p:nvPr>
        </p:nvSpPr>
        <p:spPr>
          <a:xfrm>
            <a:off x="2133450" y="1871700"/>
            <a:ext cx="48771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LightGBM</a:t>
            </a:r>
            <a:endParaRPr/>
          </a:p>
        </p:txBody>
      </p:sp>
      <p:sp>
        <p:nvSpPr>
          <p:cNvPr id="1301" name="Google Shape;1301;p53"/>
          <p:cNvSpPr txBox="1">
            <a:spLocks noGrp="1"/>
          </p:cNvSpPr>
          <p:nvPr>
            <p:ph type="subTitle" idx="2"/>
          </p:nvPr>
        </p:nvSpPr>
        <p:spPr>
          <a:xfrm>
            <a:off x="2133425" y="3444275"/>
            <a:ext cx="48771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BRNN</a:t>
            </a:r>
            <a:endParaRPr/>
          </a:p>
        </p:txBody>
      </p:sp>
      <p:sp>
        <p:nvSpPr>
          <p:cNvPr id="1302" name="Google Shape;1302;p53"/>
          <p:cNvSpPr txBox="1">
            <a:spLocks noGrp="1"/>
          </p:cNvSpPr>
          <p:nvPr>
            <p:ph type="subTitle" idx="3"/>
          </p:nvPr>
        </p:nvSpPr>
        <p:spPr>
          <a:xfrm>
            <a:off x="2133450" y="2240950"/>
            <a:ext cx="4877100" cy="6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LightGBM RMSE: 132.257541</a:t>
            </a:r>
            <a:endParaRPr sz="1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LightGBM R²: 0.9999</a:t>
            </a:r>
            <a:endParaRPr sz="1700"/>
          </a:p>
        </p:txBody>
      </p:sp>
      <p:sp>
        <p:nvSpPr>
          <p:cNvPr id="1303" name="Google Shape;1303;p53"/>
          <p:cNvSpPr txBox="1">
            <a:spLocks noGrp="1"/>
          </p:cNvSpPr>
          <p:nvPr>
            <p:ph type="subTitle" idx="4"/>
          </p:nvPr>
        </p:nvSpPr>
        <p:spPr>
          <a:xfrm>
            <a:off x="2133425" y="3813526"/>
            <a:ext cx="4877100" cy="6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BRNN RMSE:131.547129 </a:t>
            </a:r>
            <a:endParaRPr sz="1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BRNN R²:0.9999</a:t>
            </a:r>
            <a:endParaRPr sz="1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 </a:t>
            </a:r>
            <a:endParaRPr sz="1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grpSp>
        <p:nvGrpSpPr>
          <p:cNvPr id="1304" name="Google Shape;1304;p53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305" name="Google Shape;1305;p53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3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3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3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3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3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3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3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3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3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3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3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3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3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3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3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1" name="Google Shape;1321;p53"/>
          <p:cNvGrpSpPr/>
          <p:nvPr/>
        </p:nvGrpSpPr>
        <p:grpSpPr>
          <a:xfrm>
            <a:off x="4389126" y="1397215"/>
            <a:ext cx="365754" cy="365770"/>
            <a:chOff x="-6329100" y="3632100"/>
            <a:chExt cx="293025" cy="291450"/>
          </a:xfrm>
        </p:grpSpPr>
        <p:sp>
          <p:nvSpPr>
            <p:cNvPr id="1322" name="Google Shape;1322;p53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3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53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5" name="Google Shape;1325;p53"/>
          <p:cNvSpPr/>
          <p:nvPr/>
        </p:nvSpPr>
        <p:spPr>
          <a:xfrm>
            <a:off x="4412035" y="2971175"/>
            <a:ext cx="319882" cy="367463"/>
          </a:xfrm>
          <a:custGeom>
            <a:avLst/>
            <a:gdLst/>
            <a:ahLst/>
            <a:cxnLst/>
            <a:rect l="l" t="t" r="r" b="b"/>
            <a:pathLst>
              <a:path w="11059" h="12704" extrusionOk="0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0" name="Google Shape;1330;p54"/>
          <p:cNvGrpSpPr/>
          <p:nvPr/>
        </p:nvGrpSpPr>
        <p:grpSpPr>
          <a:xfrm>
            <a:off x="1040806" y="584391"/>
            <a:ext cx="7062703" cy="4000719"/>
            <a:chOff x="2974275" y="1679475"/>
            <a:chExt cx="2027473" cy="2041808"/>
          </a:xfrm>
        </p:grpSpPr>
        <p:sp>
          <p:nvSpPr>
            <p:cNvPr id="1331" name="Google Shape;1331;p54"/>
            <p:cNvSpPr/>
            <p:nvPr/>
          </p:nvSpPr>
          <p:spPr>
            <a:xfrm>
              <a:off x="2999798" y="1706121"/>
              <a:ext cx="2001950" cy="2015163"/>
            </a:xfrm>
            <a:custGeom>
              <a:avLst/>
              <a:gdLst/>
              <a:ahLst/>
              <a:cxnLst/>
              <a:rect l="l" t="t" r="r" b="b"/>
              <a:pathLst>
                <a:path w="80078" h="80078" extrusionOk="0">
                  <a:moveTo>
                    <a:pt x="1" y="0"/>
                  </a:moveTo>
                  <a:lnTo>
                    <a:pt x="1" y="80078"/>
                  </a:lnTo>
                  <a:lnTo>
                    <a:pt x="80078" y="80078"/>
                  </a:lnTo>
                  <a:lnTo>
                    <a:pt x="80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4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4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4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4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54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4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4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54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4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54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2" name="Google Shape;1342;p54"/>
          <p:cNvSpPr txBox="1">
            <a:spLocks noGrp="1"/>
          </p:cNvSpPr>
          <p:nvPr>
            <p:ph type="title"/>
          </p:nvPr>
        </p:nvSpPr>
        <p:spPr>
          <a:xfrm>
            <a:off x="1388250" y="1882000"/>
            <a:ext cx="6367800" cy="17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3" name="Google Shape;1343;p54"/>
          <p:cNvGrpSpPr/>
          <p:nvPr/>
        </p:nvGrpSpPr>
        <p:grpSpPr>
          <a:xfrm>
            <a:off x="516708" y="3971609"/>
            <a:ext cx="2779935" cy="853386"/>
            <a:chOff x="5964258" y="4047809"/>
            <a:chExt cx="2779935" cy="853386"/>
          </a:xfrm>
        </p:grpSpPr>
        <p:grpSp>
          <p:nvGrpSpPr>
            <p:cNvPr id="1344" name="Google Shape;1344;p54"/>
            <p:cNvGrpSpPr/>
            <p:nvPr/>
          </p:nvGrpSpPr>
          <p:grpSpPr>
            <a:xfrm>
              <a:off x="5964258" y="4047809"/>
              <a:ext cx="2779935" cy="853386"/>
              <a:chOff x="5380425" y="2936225"/>
              <a:chExt cx="1648150" cy="505950"/>
            </a:xfrm>
          </p:grpSpPr>
          <p:sp>
            <p:nvSpPr>
              <p:cNvPr id="1345" name="Google Shape;1345;p54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54"/>
              <p:cNvSpPr/>
              <p:nvPr/>
            </p:nvSpPr>
            <p:spPr>
              <a:xfrm>
                <a:off x="5380425" y="2936225"/>
                <a:ext cx="1648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54"/>
              <p:cNvSpPr/>
              <p:nvPr/>
            </p:nvSpPr>
            <p:spPr>
              <a:xfrm>
                <a:off x="5380425" y="3433100"/>
                <a:ext cx="16481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54"/>
              <p:cNvSpPr/>
              <p:nvPr/>
            </p:nvSpPr>
            <p:spPr>
              <a:xfrm>
                <a:off x="7020875" y="2936225"/>
                <a:ext cx="770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54"/>
              <p:cNvSpPr/>
              <p:nvPr/>
            </p:nvSpPr>
            <p:spPr>
              <a:xfrm>
                <a:off x="5380425" y="2936225"/>
                <a:ext cx="8375" cy="5052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54"/>
              <p:cNvSpPr/>
              <p:nvPr/>
            </p:nvSpPr>
            <p:spPr>
              <a:xfrm>
                <a:off x="5388775" y="2944575"/>
                <a:ext cx="1632125" cy="86450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54"/>
              <p:cNvSpPr/>
              <p:nvPr/>
            </p:nvSpPr>
            <p:spPr>
              <a:xfrm>
                <a:off x="5388775" y="3035175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54"/>
              <p:cNvSpPr/>
              <p:nvPr/>
            </p:nvSpPr>
            <p:spPr>
              <a:xfrm>
                <a:off x="5388775" y="3031000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54"/>
              <p:cNvSpPr/>
              <p:nvPr/>
            </p:nvSpPr>
            <p:spPr>
              <a:xfrm>
                <a:off x="6935850" y="2962000"/>
                <a:ext cx="509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54"/>
              <p:cNvSpPr/>
              <p:nvPr/>
            </p:nvSpPr>
            <p:spPr>
              <a:xfrm>
                <a:off x="6937950" y="2962700"/>
                <a:ext cx="502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4"/>
              <p:cNvSpPr/>
              <p:nvPr/>
            </p:nvSpPr>
            <p:spPr>
              <a:xfrm>
                <a:off x="6937250" y="2962000"/>
                <a:ext cx="50900" cy="516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54"/>
              <p:cNvSpPr/>
              <p:nvPr/>
            </p:nvSpPr>
            <p:spPr>
              <a:xfrm>
                <a:off x="6942825" y="2968975"/>
                <a:ext cx="40450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54"/>
              <p:cNvSpPr/>
              <p:nvPr/>
            </p:nvSpPr>
            <p:spPr>
              <a:xfrm>
                <a:off x="6953275" y="2978025"/>
                <a:ext cx="195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54"/>
              <p:cNvSpPr/>
              <p:nvPr/>
            </p:nvSpPr>
            <p:spPr>
              <a:xfrm>
                <a:off x="5482150" y="3178725"/>
                <a:ext cx="1459300" cy="1401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54"/>
              <p:cNvSpPr/>
              <p:nvPr/>
            </p:nvSpPr>
            <p:spPr>
              <a:xfrm>
                <a:off x="5503075" y="3195475"/>
                <a:ext cx="14174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56699" h="4293" extrusionOk="0">
                    <a:moveTo>
                      <a:pt x="0" y="0"/>
                    </a:moveTo>
                    <a:lnTo>
                      <a:pt x="0" y="4293"/>
                    </a:lnTo>
                    <a:lnTo>
                      <a:pt x="56699" y="4293"/>
                    </a:lnTo>
                    <a:lnTo>
                      <a:pt x="56699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54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4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54"/>
              <p:cNvSpPr/>
              <p:nvPr/>
            </p:nvSpPr>
            <p:spPr>
              <a:xfrm>
                <a:off x="55232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54"/>
              <p:cNvSpPr/>
              <p:nvPr/>
            </p:nvSpPr>
            <p:spPr>
              <a:xfrm>
                <a:off x="5567175" y="3208700"/>
                <a:ext cx="258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63" extrusionOk="0">
                    <a:moveTo>
                      <a:pt x="1" y="1"/>
                    </a:moveTo>
                    <a:lnTo>
                      <a:pt x="1032" y="1"/>
                    </a:lnTo>
                    <a:lnTo>
                      <a:pt x="1032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4"/>
              <p:cNvSpPr/>
              <p:nvPr/>
            </p:nvSpPr>
            <p:spPr>
              <a:xfrm>
                <a:off x="56110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54"/>
              <p:cNvSpPr/>
              <p:nvPr/>
            </p:nvSpPr>
            <p:spPr>
              <a:xfrm>
                <a:off x="56543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54"/>
              <p:cNvSpPr/>
              <p:nvPr/>
            </p:nvSpPr>
            <p:spPr>
              <a:xfrm>
                <a:off x="56989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54"/>
              <p:cNvSpPr/>
              <p:nvPr/>
            </p:nvSpPr>
            <p:spPr>
              <a:xfrm>
                <a:off x="57428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54"/>
              <p:cNvSpPr/>
              <p:nvPr/>
            </p:nvSpPr>
            <p:spPr>
              <a:xfrm>
                <a:off x="57874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54"/>
              <p:cNvSpPr/>
              <p:nvPr/>
            </p:nvSpPr>
            <p:spPr>
              <a:xfrm>
                <a:off x="58306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54"/>
              <p:cNvSpPr/>
              <p:nvPr/>
            </p:nvSpPr>
            <p:spPr>
              <a:xfrm>
                <a:off x="58752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54"/>
              <p:cNvSpPr/>
              <p:nvPr/>
            </p:nvSpPr>
            <p:spPr>
              <a:xfrm>
                <a:off x="59184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54"/>
              <p:cNvSpPr/>
              <p:nvPr/>
            </p:nvSpPr>
            <p:spPr>
              <a:xfrm>
                <a:off x="59623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54"/>
              <p:cNvSpPr/>
              <p:nvPr/>
            </p:nvSpPr>
            <p:spPr>
              <a:xfrm>
                <a:off x="60069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54"/>
              <p:cNvSpPr/>
              <p:nvPr/>
            </p:nvSpPr>
            <p:spPr>
              <a:xfrm>
                <a:off x="60501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54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54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54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54"/>
              <p:cNvSpPr/>
              <p:nvPr/>
            </p:nvSpPr>
            <p:spPr>
              <a:xfrm>
                <a:off x="5482150" y="3174550"/>
                <a:ext cx="1459300" cy="14427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54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0" name="Google Shape;1380;p54"/>
            <p:cNvGrpSpPr/>
            <p:nvPr/>
          </p:nvGrpSpPr>
          <p:grpSpPr>
            <a:xfrm>
              <a:off x="7394142" y="4507393"/>
              <a:ext cx="190471" cy="137593"/>
              <a:chOff x="6094725" y="3208700"/>
              <a:chExt cx="112925" cy="81575"/>
            </a:xfrm>
          </p:grpSpPr>
          <p:sp>
            <p:nvSpPr>
              <p:cNvPr id="1381" name="Google Shape;1381;p54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54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54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4" name="Google Shape;1384;p54"/>
          <p:cNvGrpSpPr/>
          <p:nvPr/>
        </p:nvGrpSpPr>
        <p:grpSpPr>
          <a:xfrm>
            <a:off x="6989225" y="667740"/>
            <a:ext cx="882879" cy="243714"/>
            <a:chOff x="7301150" y="922090"/>
            <a:chExt cx="882879" cy="243714"/>
          </a:xfrm>
        </p:grpSpPr>
        <p:sp>
          <p:nvSpPr>
            <p:cNvPr id="1385" name="Google Shape;1385;p54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4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4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4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4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4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4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4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4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4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4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4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4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4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4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4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01" name="Google Shape;140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583" y="474375"/>
            <a:ext cx="7909244" cy="414256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1406;p55"/>
          <p:cNvGrpSpPr/>
          <p:nvPr/>
        </p:nvGrpSpPr>
        <p:grpSpPr>
          <a:xfrm>
            <a:off x="1040806" y="584391"/>
            <a:ext cx="7062703" cy="4000719"/>
            <a:chOff x="2974275" y="1679475"/>
            <a:chExt cx="2027473" cy="2041808"/>
          </a:xfrm>
        </p:grpSpPr>
        <p:sp>
          <p:nvSpPr>
            <p:cNvPr id="1407" name="Google Shape;1407;p55"/>
            <p:cNvSpPr/>
            <p:nvPr/>
          </p:nvSpPr>
          <p:spPr>
            <a:xfrm>
              <a:off x="2999798" y="1706121"/>
              <a:ext cx="2001950" cy="2015163"/>
            </a:xfrm>
            <a:custGeom>
              <a:avLst/>
              <a:gdLst/>
              <a:ahLst/>
              <a:cxnLst/>
              <a:rect l="l" t="t" r="r" b="b"/>
              <a:pathLst>
                <a:path w="80078" h="80078" extrusionOk="0">
                  <a:moveTo>
                    <a:pt x="1" y="0"/>
                  </a:moveTo>
                  <a:lnTo>
                    <a:pt x="1" y="80078"/>
                  </a:lnTo>
                  <a:lnTo>
                    <a:pt x="80078" y="80078"/>
                  </a:lnTo>
                  <a:lnTo>
                    <a:pt x="80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55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55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55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55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55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55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55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55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55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55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8" name="Google Shape;1418;p55"/>
          <p:cNvSpPr txBox="1">
            <a:spLocks noGrp="1"/>
          </p:cNvSpPr>
          <p:nvPr>
            <p:ph type="title"/>
          </p:nvPr>
        </p:nvSpPr>
        <p:spPr>
          <a:xfrm>
            <a:off x="1388250" y="1882000"/>
            <a:ext cx="6367800" cy="17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9" name="Google Shape;1419;p55"/>
          <p:cNvGrpSpPr/>
          <p:nvPr/>
        </p:nvGrpSpPr>
        <p:grpSpPr>
          <a:xfrm>
            <a:off x="516708" y="3971609"/>
            <a:ext cx="2779935" cy="853386"/>
            <a:chOff x="5964258" y="4047809"/>
            <a:chExt cx="2779935" cy="853386"/>
          </a:xfrm>
        </p:grpSpPr>
        <p:grpSp>
          <p:nvGrpSpPr>
            <p:cNvPr id="1420" name="Google Shape;1420;p55"/>
            <p:cNvGrpSpPr/>
            <p:nvPr/>
          </p:nvGrpSpPr>
          <p:grpSpPr>
            <a:xfrm>
              <a:off x="5964258" y="4047809"/>
              <a:ext cx="2779935" cy="853386"/>
              <a:chOff x="5380425" y="2936225"/>
              <a:chExt cx="1648150" cy="505950"/>
            </a:xfrm>
          </p:grpSpPr>
          <p:sp>
            <p:nvSpPr>
              <p:cNvPr id="1421" name="Google Shape;1421;p55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55"/>
              <p:cNvSpPr/>
              <p:nvPr/>
            </p:nvSpPr>
            <p:spPr>
              <a:xfrm>
                <a:off x="5380425" y="2936225"/>
                <a:ext cx="1648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55"/>
              <p:cNvSpPr/>
              <p:nvPr/>
            </p:nvSpPr>
            <p:spPr>
              <a:xfrm>
                <a:off x="5380425" y="3433100"/>
                <a:ext cx="16481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55"/>
              <p:cNvSpPr/>
              <p:nvPr/>
            </p:nvSpPr>
            <p:spPr>
              <a:xfrm>
                <a:off x="7020875" y="2936225"/>
                <a:ext cx="770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55"/>
              <p:cNvSpPr/>
              <p:nvPr/>
            </p:nvSpPr>
            <p:spPr>
              <a:xfrm>
                <a:off x="5380425" y="2936225"/>
                <a:ext cx="8375" cy="5052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55"/>
              <p:cNvSpPr/>
              <p:nvPr/>
            </p:nvSpPr>
            <p:spPr>
              <a:xfrm>
                <a:off x="5388775" y="2944575"/>
                <a:ext cx="1632125" cy="86450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55"/>
              <p:cNvSpPr/>
              <p:nvPr/>
            </p:nvSpPr>
            <p:spPr>
              <a:xfrm>
                <a:off x="5388775" y="3035175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55"/>
              <p:cNvSpPr/>
              <p:nvPr/>
            </p:nvSpPr>
            <p:spPr>
              <a:xfrm>
                <a:off x="5388775" y="3031000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55"/>
              <p:cNvSpPr/>
              <p:nvPr/>
            </p:nvSpPr>
            <p:spPr>
              <a:xfrm>
                <a:off x="6935850" y="2962000"/>
                <a:ext cx="509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55"/>
              <p:cNvSpPr/>
              <p:nvPr/>
            </p:nvSpPr>
            <p:spPr>
              <a:xfrm>
                <a:off x="6937950" y="2962700"/>
                <a:ext cx="502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55"/>
              <p:cNvSpPr/>
              <p:nvPr/>
            </p:nvSpPr>
            <p:spPr>
              <a:xfrm>
                <a:off x="6937250" y="2962000"/>
                <a:ext cx="50900" cy="516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55"/>
              <p:cNvSpPr/>
              <p:nvPr/>
            </p:nvSpPr>
            <p:spPr>
              <a:xfrm>
                <a:off x="6942825" y="2968975"/>
                <a:ext cx="40450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55"/>
              <p:cNvSpPr/>
              <p:nvPr/>
            </p:nvSpPr>
            <p:spPr>
              <a:xfrm>
                <a:off x="6953275" y="2978025"/>
                <a:ext cx="195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55"/>
              <p:cNvSpPr/>
              <p:nvPr/>
            </p:nvSpPr>
            <p:spPr>
              <a:xfrm>
                <a:off x="5482150" y="3178725"/>
                <a:ext cx="1459300" cy="1401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55"/>
              <p:cNvSpPr/>
              <p:nvPr/>
            </p:nvSpPr>
            <p:spPr>
              <a:xfrm>
                <a:off x="5503075" y="3195475"/>
                <a:ext cx="14174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56699" h="4293" extrusionOk="0">
                    <a:moveTo>
                      <a:pt x="0" y="0"/>
                    </a:moveTo>
                    <a:lnTo>
                      <a:pt x="0" y="4293"/>
                    </a:lnTo>
                    <a:lnTo>
                      <a:pt x="56699" y="4293"/>
                    </a:lnTo>
                    <a:lnTo>
                      <a:pt x="56699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55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55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55"/>
              <p:cNvSpPr/>
              <p:nvPr/>
            </p:nvSpPr>
            <p:spPr>
              <a:xfrm>
                <a:off x="55232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55"/>
              <p:cNvSpPr/>
              <p:nvPr/>
            </p:nvSpPr>
            <p:spPr>
              <a:xfrm>
                <a:off x="5567175" y="3208700"/>
                <a:ext cx="258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63" extrusionOk="0">
                    <a:moveTo>
                      <a:pt x="1" y="1"/>
                    </a:moveTo>
                    <a:lnTo>
                      <a:pt x="1032" y="1"/>
                    </a:lnTo>
                    <a:lnTo>
                      <a:pt x="1032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55"/>
              <p:cNvSpPr/>
              <p:nvPr/>
            </p:nvSpPr>
            <p:spPr>
              <a:xfrm>
                <a:off x="56110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55"/>
              <p:cNvSpPr/>
              <p:nvPr/>
            </p:nvSpPr>
            <p:spPr>
              <a:xfrm>
                <a:off x="56543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55"/>
              <p:cNvSpPr/>
              <p:nvPr/>
            </p:nvSpPr>
            <p:spPr>
              <a:xfrm>
                <a:off x="56989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55"/>
              <p:cNvSpPr/>
              <p:nvPr/>
            </p:nvSpPr>
            <p:spPr>
              <a:xfrm>
                <a:off x="57428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55"/>
              <p:cNvSpPr/>
              <p:nvPr/>
            </p:nvSpPr>
            <p:spPr>
              <a:xfrm>
                <a:off x="57874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55"/>
              <p:cNvSpPr/>
              <p:nvPr/>
            </p:nvSpPr>
            <p:spPr>
              <a:xfrm>
                <a:off x="58306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55"/>
              <p:cNvSpPr/>
              <p:nvPr/>
            </p:nvSpPr>
            <p:spPr>
              <a:xfrm>
                <a:off x="58752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55"/>
              <p:cNvSpPr/>
              <p:nvPr/>
            </p:nvSpPr>
            <p:spPr>
              <a:xfrm>
                <a:off x="59184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55"/>
              <p:cNvSpPr/>
              <p:nvPr/>
            </p:nvSpPr>
            <p:spPr>
              <a:xfrm>
                <a:off x="59623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55"/>
              <p:cNvSpPr/>
              <p:nvPr/>
            </p:nvSpPr>
            <p:spPr>
              <a:xfrm>
                <a:off x="60069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55"/>
              <p:cNvSpPr/>
              <p:nvPr/>
            </p:nvSpPr>
            <p:spPr>
              <a:xfrm>
                <a:off x="60501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5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5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55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55"/>
              <p:cNvSpPr/>
              <p:nvPr/>
            </p:nvSpPr>
            <p:spPr>
              <a:xfrm>
                <a:off x="5482150" y="3174550"/>
                <a:ext cx="1459300" cy="14427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55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55"/>
            <p:cNvGrpSpPr/>
            <p:nvPr/>
          </p:nvGrpSpPr>
          <p:grpSpPr>
            <a:xfrm>
              <a:off x="7394142" y="4507393"/>
              <a:ext cx="190471" cy="137593"/>
              <a:chOff x="6094725" y="3208700"/>
              <a:chExt cx="112925" cy="81575"/>
            </a:xfrm>
          </p:grpSpPr>
          <p:sp>
            <p:nvSpPr>
              <p:cNvPr id="1457" name="Google Shape;1457;p55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55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5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0" name="Google Shape;1460;p55"/>
          <p:cNvGrpSpPr/>
          <p:nvPr/>
        </p:nvGrpSpPr>
        <p:grpSpPr>
          <a:xfrm>
            <a:off x="6989225" y="667740"/>
            <a:ext cx="882879" cy="243714"/>
            <a:chOff x="7301150" y="922090"/>
            <a:chExt cx="882879" cy="243714"/>
          </a:xfrm>
        </p:grpSpPr>
        <p:sp>
          <p:nvSpPr>
            <p:cNvPr id="1461" name="Google Shape;1461;p55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55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55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55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55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55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55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55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55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55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55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55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55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55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5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5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77" name="Google Shape;147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475" y="385225"/>
            <a:ext cx="8042025" cy="437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2" name="Google Shape;1482;p56"/>
          <p:cNvGrpSpPr/>
          <p:nvPr/>
        </p:nvGrpSpPr>
        <p:grpSpPr>
          <a:xfrm>
            <a:off x="2014227" y="3415882"/>
            <a:ext cx="5115528" cy="1346434"/>
            <a:chOff x="2014240" y="3554770"/>
            <a:chExt cx="5115528" cy="1346434"/>
          </a:xfrm>
        </p:grpSpPr>
        <p:grpSp>
          <p:nvGrpSpPr>
            <p:cNvPr id="1483" name="Google Shape;1483;p56"/>
            <p:cNvGrpSpPr/>
            <p:nvPr/>
          </p:nvGrpSpPr>
          <p:grpSpPr>
            <a:xfrm>
              <a:off x="2014240" y="3554770"/>
              <a:ext cx="5115528" cy="1346434"/>
              <a:chOff x="1986927" y="5290578"/>
              <a:chExt cx="5115528" cy="1346434"/>
            </a:xfrm>
          </p:grpSpPr>
          <p:sp>
            <p:nvSpPr>
              <p:cNvPr id="1484" name="Google Shape;1484;p56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56"/>
              <p:cNvSpPr/>
              <p:nvPr/>
            </p:nvSpPr>
            <p:spPr>
              <a:xfrm>
                <a:off x="1986927" y="5290578"/>
                <a:ext cx="5115528" cy="22288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56"/>
              <p:cNvSpPr/>
              <p:nvPr/>
            </p:nvSpPr>
            <p:spPr>
              <a:xfrm>
                <a:off x="7078556" y="5290578"/>
                <a:ext cx="23899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56"/>
              <p:cNvSpPr/>
              <p:nvPr/>
            </p:nvSpPr>
            <p:spPr>
              <a:xfrm>
                <a:off x="1986927" y="5290578"/>
                <a:ext cx="25994" cy="134457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56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56"/>
              <p:cNvSpPr/>
              <p:nvPr/>
            </p:nvSpPr>
            <p:spPr>
              <a:xfrm>
                <a:off x="2012844" y="5312799"/>
                <a:ext cx="5065790" cy="230061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56"/>
              <p:cNvSpPr/>
              <p:nvPr/>
            </p:nvSpPr>
            <p:spPr>
              <a:xfrm>
                <a:off x="2012844" y="5553904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56"/>
              <p:cNvSpPr/>
              <p:nvPr/>
            </p:nvSpPr>
            <p:spPr>
              <a:xfrm>
                <a:off x="2012844" y="5542793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56"/>
              <p:cNvSpPr/>
              <p:nvPr/>
            </p:nvSpPr>
            <p:spPr>
              <a:xfrm>
                <a:off x="1986927" y="6612862"/>
                <a:ext cx="5115528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3" name="Google Shape;1493;p56"/>
            <p:cNvGrpSpPr/>
            <p:nvPr/>
          </p:nvGrpSpPr>
          <p:grpSpPr>
            <a:xfrm>
              <a:off x="2329938" y="4011975"/>
              <a:ext cx="4529389" cy="694084"/>
              <a:chOff x="2302642" y="5867178"/>
              <a:chExt cx="4529389" cy="441782"/>
            </a:xfrm>
          </p:grpSpPr>
          <p:sp>
            <p:nvSpPr>
              <p:cNvPr id="1494" name="Google Shape;1494;p56"/>
              <p:cNvSpPr/>
              <p:nvPr/>
            </p:nvSpPr>
            <p:spPr>
              <a:xfrm>
                <a:off x="2302642" y="5867180"/>
                <a:ext cx="4529375" cy="439648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56"/>
              <p:cNvSpPr/>
              <p:nvPr/>
            </p:nvSpPr>
            <p:spPr>
              <a:xfrm>
                <a:off x="2302655" y="5879900"/>
                <a:ext cx="4529375" cy="42906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56"/>
              <p:cNvSpPr/>
              <p:nvPr/>
            </p:nvSpPr>
            <p:spPr>
              <a:xfrm>
                <a:off x="2302655" y="5867178"/>
                <a:ext cx="4529375" cy="439649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56"/>
            <p:cNvGrpSpPr/>
            <p:nvPr/>
          </p:nvGrpSpPr>
          <p:grpSpPr>
            <a:xfrm>
              <a:off x="6902148" y="3623364"/>
              <a:ext cx="139181" cy="137318"/>
              <a:chOff x="1126710" y="5491723"/>
              <a:chExt cx="139181" cy="137318"/>
            </a:xfrm>
          </p:grpSpPr>
          <p:sp>
            <p:nvSpPr>
              <p:cNvPr id="1498" name="Google Shape;1498;p56"/>
              <p:cNvSpPr/>
              <p:nvPr/>
            </p:nvSpPr>
            <p:spPr>
              <a:xfrm>
                <a:off x="1126710" y="5491723"/>
                <a:ext cx="135455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56"/>
              <p:cNvSpPr/>
              <p:nvPr/>
            </p:nvSpPr>
            <p:spPr>
              <a:xfrm>
                <a:off x="1132299" y="5493586"/>
                <a:ext cx="133592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56"/>
              <p:cNvSpPr/>
              <p:nvPr/>
            </p:nvSpPr>
            <p:spPr>
              <a:xfrm>
                <a:off x="1130436" y="5491723"/>
                <a:ext cx="135455" cy="137318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56"/>
              <p:cNvSpPr/>
              <p:nvPr/>
            </p:nvSpPr>
            <p:spPr>
              <a:xfrm>
                <a:off x="1145272" y="5510285"/>
                <a:ext cx="107646" cy="10392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56"/>
              <p:cNvSpPr/>
              <p:nvPr/>
            </p:nvSpPr>
            <p:spPr>
              <a:xfrm>
                <a:off x="1173082" y="5534368"/>
                <a:ext cx="52026" cy="52026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03" name="Google Shape;1503;p56"/>
          <p:cNvSpPr txBox="1">
            <a:spLocks noGrp="1"/>
          </p:cNvSpPr>
          <p:nvPr>
            <p:ph type="title"/>
          </p:nvPr>
        </p:nvSpPr>
        <p:spPr>
          <a:xfrm>
            <a:off x="3542150" y="2262850"/>
            <a:ext cx="56019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Streamlit</a:t>
            </a:r>
            <a:endParaRPr sz="4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4" name="Google Shape;1504;p56"/>
          <p:cNvSpPr txBox="1">
            <a:spLocks noGrp="1"/>
          </p:cNvSpPr>
          <p:nvPr>
            <p:ph type="subTitle" idx="1"/>
          </p:nvPr>
        </p:nvSpPr>
        <p:spPr>
          <a:xfrm>
            <a:off x="2501538" y="3954304"/>
            <a:ext cx="41409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 dirty="0" err="1">
                <a:solidFill>
                  <a:schemeClr val="accent3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r>
              <a:rPr lang="en-US" sz="1400" u="sng" dirty="0">
                <a:solidFill>
                  <a:schemeClr val="accent3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App Link</a:t>
            </a:r>
            <a:endParaRPr sz="19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05" name="Google Shape;1505;p56"/>
          <p:cNvSpPr txBox="1">
            <a:spLocks noGrp="1"/>
          </p:cNvSpPr>
          <p:nvPr>
            <p:ph type="title" idx="2"/>
          </p:nvPr>
        </p:nvSpPr>
        <p:spPr>
          <a:xfrm>
            <a:off x="1460947" y="2183850"/>
            <a:ext cx="20385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506" name="Google Shape;1506;p56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1507" name="Google Shape;1507;p56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6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6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6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6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56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56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56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56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56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56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56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56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56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56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56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56"/>
          <p:cNvGrpSpPr/>
          <p:nvPr/>
        </p:nvGrpSpPr>
        <p:grpSpPr>
          <a:xfrm>
            <a:off x="7841409" y="1509912"/>
            <a:ext cx="252058" cy="473443"/>
            <a:chOff x="2376775" y="2231050"/>
            <a:chExt cx="946875" cy="1778525"/>
          </a:xfrm>
        </p:grpSpPr>
        <p:sp>
          <p:nvSpPr>
            <p:cNvPr id="1524" name="Google Shape;1524;p56"/>
            <p:cNvSpPr/>
            <p:nvPr/>
          </p:nvSpPr>
          <p:spPr>
            <a:xfrm>
              <a:off x="2478275" y="2433175"/>
              <a:ext cx="744750" cy="1369225"/>
            </a:xfrm>
            <a:custGeom>
              <a:avLst/>
              <a:gdLst/>
              <a:ahLst/>
              <a:cxnLst/>
              <a:rect l="l" t="t" r="r" b="b"/>
              <a:pathLst>
                <a:path w="29790" h="54769" extrusionOk="0">
                  <a:moveTo>
                    <a:pt x="60" y="0"/>
                  </a:moveTo>
                  <a:lnTo>
                    <a:pt x="60" y="15431"/>
                  </a:lnTo>
                  <a:lnTo>
                    <a:pt x="11752" y="27099"/>
                  </a:lnTo>
                  <a:lnTo>
                    <a:pt x="0" y="38850"/>
                  </a:lnTo>
                  <a:lnTo>
                    <a:pt x="0" y="54769"/>
                  </a:lnTo>
                  <a:lnTo>
                    <a:pt x="29790" y="54769"/>
                  </a:lnTo>
                  <a:lnTo>
                    <a:pt x="29790" y="38862"/>
                  </a:lnTo>
                  <a:lnTo>
                    <a:pt x="18027" y="27099"/>
                  </a:lnTo>
                  <a:lnTo>
                    <a:pt x="29790" y="15276"/>
                  </a:lnTo>
                  <a:lnTo>
                    <a:pt x="29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56"/>
            <p:cNvSpPr/>
            <p:nvPr/>
          </p:nvSpPr>
          <p:spPr>
            <a:xfrm>
              <a:off x="2376775" y="2231050"/>
              <a:ext cx="946875" cy="221200"/>
            </a:xfrm>
            <a:custGeom>
              <a:avLst/>
              <a:gdLst/>
              <a:ahLst/>
              <a:cxnLst/>
              <a:rect l="l" t="t" r="r" b="b"/>
              <a:pathLst>
                <a:path w="37875" h="8848" extrusionOk="0">
                  <a:moveTo>
                    <a:pt x="0" y="1"/>
                  </a:moveTo>
                  <a:lnTo>
                    <a:pt x="0" y="8847"/>
                  </a:lnTo>
                  <a:lnTo>
                    <a:pt x="37874" y="8847"/>
                  </a:lnTo>
                  <a:lnTo>
                    <a:pt x="378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56"/>
            <p:cNvSpPr/>
            <p:nvPr/>
          </p:nvSpPr>
          <p:spPr>
            <a:xfrm>
              <a:off x="2376775" y="3788700"/>
              <a:ext cx="946875" cy="220875"/>
            </a:xfrm>
            <a:custGeom>
              <a:avLst/>
              <a:gdLst/>
              <a:ahLst/>
              <a:cxnLst/>
              <a:rect l="l" t="t" r="r" b="b"/>
              <a:pathLst>
                <a:path w="37875" h="8835" extrusionOk="0">
                  <a:moveTo>
                    <a:pt x="0" y="0"/>
                  </a:moveTo>
                  <a:lnTo>
                    <a:pt x="0" y="8835"/>
                  </a:lnTo>
                  <a:lnTo>
                    <a:pt x="37874" y="8835"/>
                  </a:lnTo>
                  <a:lnTo>
                    <a:pt x="37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6"/>
            <p:cNvSpPr/>
            <p:nvPr/>
          </p:nvSpPr>
          <p:spPr>
            <a:xfrm>
              <a:off x="2458925" y="2433175"/>
              <a:ext cx="39325" cy="404825"/>
            </a:xfrm>
            <a:custGeom>
              <a:avLst/>
              <a:gdLst/>
              <a:ahLst/>
              <a:cxnLst/>
              <a:rect l="l" t="t" r="r" b="b"/>
              <a:pathLst>
                <a:path w="1573" h="16193" extrusionOk="0">
                  <a:moveTo>
                    <a:pt x="1" y="0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56"/>
            <p:cNvSpPr/>
            <p:nvPr/>
          </p:nvSpPr>
          <p:spPr>
            <a:xfrm>
              <a:off x="2458925" y="3383875"/>
              <a:ext cx="39325" cy="404850"/>
            </a:xfrm>
            <a:custGeom>
              <a:avLst/>
              <a:gdLst/>
              <a:ahLst/>
              <a:cxnLst/>
              <a:rect l="l" t="t" r="r" b="b"/>
              <a:pathLst>
                <a:path w="1573" h="16194" extrusionOk="0">
                  <a:moveTo>
                    <a:pt x="1" y="1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56"/>
            <p:cNvSpPr/>
            <p:nvPr/>
          </p:nvSpPr>
          <p:spPr>
            <a:xfrm>
              <a:off x="2498800" y="283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56"/>
            <p:cNvSpPr/>
            <p:nvPr/>
          </p:nvSpPr>
          <p:spPr>
            <a:xfrm>
              <a:off x="2540775" y="287995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" y="0"/>
                  </a:moveTo>
                  <a:lnTo>
                    <a:pt x="1" y="1691"/>
                  </a:lnTo>
                  <a:lnTo>
                    <a:pt x="1691" y="1691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56"/>
            <p:cNvSpPr/>
            <p:nvPr/>
          </p:nvSpPr>
          <p:spPr>
            <a:xfrm>
              <a:off x="2583050" y="2921625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56"/>
            <p:cNvSpPr/>
            <p:nvPr/>
          </p:nvSpPr>
          <p:spPr>
            <a:xfrm>
              <a:off x="2624725" y="29638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6"/>
            <p:cNvSpPr/>
            <p:nvPr/>
          </p:nvSpPr>
          <p:spPr>
            <a:xfrm>
              <a:off x="2666700" y="300585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6"/>
            <p:cNvSpPr/>
            <p:nvPr/>
          </p:nvSpPr>
          <p:spPr>
            <a:xfrm>
              <a:off x="27086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6"/>
            <p:cNvSpPr/>
            <p:nvPr/>
          </p:nvSpPr>
          <p:spPr>
            <a:xfrm>
              <a:off x="2750625" y="3089800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1" y="0"/>
                  </a:moveTo>
                  <a:lnTo>
                    <a:pt x="1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6"/>
            <p:cNvSpPr/>
            <p:nvPr/>
          </p:nvSpPr>
          <p:spPr>
            <a:xfrm>
              <a:off x="2708650" y="31320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6"/>
            <p:cNvSpPr/>
            <p:nvPr/>
          </p:nvSpPr>
          <p:spPr>
            <a:xfrm>
              <a:off x="2666700" y="31740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6"/>
            <p:cNvSpPr/>
            <p:nvPr/>
          </p:nvSpPr>
          <p:spPr>
            <a:xfrm>
              <a:off x="2624725" y="32160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6"/>
            <p:cNvSpPr/>
            <p:nvPr/>
          </p:nvSpPr>
          <p:spPr>
            <a:xfrm>
              <a:off x="2583050" y="325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6"/>
            <p:cNvSpPr/>
            <p:nvPr/>
          </p:nvSpPr>
          <p:spPr>
            <a:xfrm>
              <a:off x="2540775" y="3299650"/>
              <a:ext cx="42300" cy="41975"/>
            </a:xfrm>
            <a:custGeom>
              <a:avLst/>
              <a:gdLst/>
              <a:ahLst/>
              <a:cxnLst/>
              <a:rect l="l" t="t" r="r" b="b"/>
              <a:pathLst>
                <a:path w="1692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91" y="1679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6"/>
            <p:cNvSpPr/>
            <p:nvPr/>
          </p:nvSpPr>
          <p:spPr>
            <a:xfrm>
              <a:off x="2498800" y="3341600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1" y="1"/>
                  </a:moveTo>
                  <a:lnTo>
                    <a:pt x="1" y="1692"/>
                  </a:lnTo>
                  <a:lnTo>
                    <a:pt x="1680" y="1692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6"/>
            <p:cNvSpPr/>
            <p:nvPr/>
          </p:nvSpPr>
          <p:spPr>
            <a:xfrm>
              <a:off x="3202775" y="2433175"/>
              <a:ext cx="39000" cy="404825"/>
            </a:xfrm>
            <a:custGeom>
              <a:avLst/>
              <a:gdLst/>
              <a:ahLst/>
              <a:cxnLst/>
              <a:rect l="l" t="t" r="r" b="b"/>
              <a:pathLst>
                <a:path w="1560" h="16193" extrusionOk="0">
                  <a:moveTo>
                    <a:pt x="0" y="0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6"/>
            <p:cNvSpPr/>
            <p:nvPr/>
          </p:nvSpPr>
          <p:spPr>
            <a:xfrm>
              <a:off x="3202775" y="3383875"/>
              <a:ext cx="39000" cy="404850"/>
            </a:xfrm>
            <a:custGeom>
              <a:avLst/>
              <a:gdLst/>
              <a:ahLst/>
              <a:cxnLst/>
              <a:rect l="l" t="t" r="r" b="b"/>
              <a:pathLst>
                <a:path w="1560" h="16194" extrusionOk="0">
                  <a:moveTo>
                    <a:pt x="0" y="1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6"/>
            <p:cNvSpPr/>
            <p:nvPr/>
          </p:nvSpPr>
          <p:spPr>
            <a:xfrm>
              <a:off x="3159900" y="28376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6"/>
            <p:cNvSpPr/>
            <p:nvPr/>
          </p:nvSpPr>
          <p:spPr>
            <a:xfrm>
              <a:off x="3117925" y="28796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6"/>
            <p:cNvSpPr/>
            <p:nvPr/>
          </p:nvSpPr>
          <p:spPr>
            <a:xfrm>
              <a:off x="3075975" y="2921925"/>
              <a:ext cx="41975" cy="42275"/>
            </a:xfrm>
            <a:custGeom>
              <a:avLst/>
              <a:gdLst/>
              <a:ahLst/>
              <a:cxnLst/>
              <a:rect l="l" t="t" r="r" b="b"/>
              <a:pathLst>
                <a:path w="1679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6"/>
            <p:cNvSpPr/>
            <p:nvPr/>
          </p:nvSpPr>
          <p:spPr>
            <a:xfrm>
              <a:off x="3034000" y="2963875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0" y="1"/>
                  </a:moveTo>
                  <a:lnTo>
                    <a:pt x="0" y="1692"/>
                  </a:lnTo>
                  <a:lnTo>
                    <a:pt x="1679" y="1692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9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56"/>
            <p:cNvSpPr/>
            <p:nvPr/>
          </p:nvSpPr>
          <p:spPr>
            <a:xfrm>
              <a:off x="2992025" y="30058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56"/>
            <p:cNvSpPr/>
            <p:nvPr/>
          </p:nvSpPr>
          <p:spPr>
            <a:xfrm>
              <a:off x="29500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6"/>
            <p:cNvSpPr/>
            <p:nvPr/>
          </p:nvSpPr>
          <p:spPr>
            <a:xfrm>
              <a:off x="2907800" y="308980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6"/>
            <p:cNvSpPr/>
            <p:nvPr/>
          </p:nvSpPr>
          <p:spPr>
            <a:xfrm>
              <a:off x="2950050" y="3131775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6"/>
            <p:cNvSpPr/>
            <p:nvPr/>
          </p:nvSpPr>
          <p:spPr>
            <a:xfrm>
              <a:off x="2992025" y="31737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56"/>
            <p:cNvSpPr/>
            <p:nvPr/>
          </p:nvSpPr>
          <p:spPr>
            <a:xfrm>
              <a:off x="3034000" y="32157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56"/>
            <p:cNvSpPr/>
            <p:nvPr/>
          </p:nvSpPr>
          <p:spPr>
            <a:xfrm>
              <a:off x="3075975" y="325767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6"/>
            <p:cNvSpPr/>
            <p:nvPr/>
          </p:nvSpPr>
          <p:spPr>
            <a:xfrm>
              <a:off x="3117925" y="3299950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6"/>
            <p:cNvSpPr/>
            <p:nvPr/>
          </p:nvSpPr>
          <p:spPr>
            <a:xfrm>
              <a:off x="3159900" y="33419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56"/>
            <p:cNvSpPr/>
            <p:nvPr/>
          </p:nvSpPr>
          <p:spPr>
            <a:xfrm>
              <a:off x="2589300" y="2848400"/>
              <a:ext cx="522125" cy="909650"/>
            </a:xfrm>
            <a:custGeom>
              <a:avLst/>
              <a:gdLst/>
              <a:ahLst/>
              <a:cxnLst/>
              <a:rect l="l" t="t" r="r" b="b"/>
              <a:pathLst>
                <a:path w="20885" h="36386" extrusionOk="0">
                  <a:moveTo>
                    <a:pt x="4227" y="0"/>
                  </a:moveTo>
                  <a:lnTo>
                    <a:pt x="4227" y="3025"/>
                  </a:lnTo>
                  <a:lnTo>
                    <a:pt x="5727" y="3025"/>
                  </a:lnTo>
                  <a:lnTo>
                    <a:pt x="5727" y="4727"/>
                  </a:lnTo>
                  <a:lnTo>
                    <a:pt x="7311" y="4727"/>
                  </a:lnTo>
                  <a:lnTo>
                    <a:pt x="7311" y="6287"/>
                  </a:lnTo>
                  <a:lnTo>
                    <a:pt x="8835" y="6287"/>
                  </a:lnTo>
                  <a:lnTo>
                    <a:pt x="8835" y="7835"/>
                  </a:lnTo>
                  <a:lnTo>
                    <a:pt x="9585" y="7835"/>
                  </a:lnTo>
                  <a:lnTo>
                    <a:pt x="9585" y="22253"/>
                  </a:lnTo>
                  <a:lnTo>
                    <a:pt x="8835" y="22253"/>
                  </a:lnTo>
                  <a:lnTo>
                    <a:pt x="8835" y="23801"/>
                  </a:lnTo>
                  <a:lnTo>
                    <a:pt x="7311" y="23801"/>
                  </a:lnTo>
                  <a:lnTo>
                    <a:pt x="7311" y="25349"/>
                  </a:lnTo>
                  <a:lnTo>
                    <a:pt x="5727" y="25349"/>
                  </a:lnTo>
                  <a:lnTo>
                    <a:pt x="5727" y="27075"/>
                  </a:lnTo>
                  <a:lnTo>
                    <a:pt x="4227" y="27075"/>
                  </a:lnTo>
                  <a:lnTo>
                    <a:pt x="4227" y="28992"/>
                  </a:lnTo>
                  <a:lnTo>
                    <a:pt x="0" y="28992"/>
                  </a:lnTo>
                  <a:lnTo>
                    <a:pt x="0" y="36386"/>
                  </a:lnTo>
                  <a:lnTo>
                    <a:pt x="20884" y="36386"/>
                  </a:lnTo>
                  <a:lnTo>
                    <a:pt x="20884" y="28992"/>
                  </a:lnTo>
                  <a:lnTo>
                    <a:pt x="16669" y="28992"/>
                  </a:lnTo>
                  <a:lnTo>
                    <a:pt x="16669" y="27075"/>
                  </a:lnTo>
                  <a:lnTo>
                    <a:pt x="15169" y="27075"/>
                  </a:lnTo>
                  <a:lnTo>
                    <a:pt x="15169" y="25349"/>
                  </a:lnTo>
                  <a:lnTo>
                    <a:pt x="13586" y="25349"/>
                  </a:lnTo>
                  <a:lnTo>
                    <a:pt x="13586" y="23801"/>
                  </a:lnTo>
                  <a:lnTo>
                    <a:pt x="12050" y="23801"/>
                  </a:lnTo>
                  <a:lnTo>
                    <a:pt x="12050" y="22253"/>
                  </a:lnTo>
                  <a:lnTo>
                    <a:pt x="11311" y="22253"/>
                  </a:lnTo>
                  <a:lnTo>
                    <a:pt x="11311" y="7835"/>
                  </a:lnTo>
                  <a:lnTo>
                    <a:pt x="12050" y="7835"/>
                  </a:lnTo>
                  <a:lnTo>
                    <a:pt x="12050" y="6287"/>
                  </a:lnTo>
                  <a:lnTo>
                    <a:pt x="13586" y="6287"/>
                  </a:lnTo>
                  <a:lnTo>
                    <a:pt x="13586" y="4727"/>
                  </a:lnTo>
                  <a:lnTo>
                    <a:pt x="15169" y="4727"/>
                  </a:lnTo>
                  <a:lnTo>
                    <a:pt x="15169" y="3025"/>
                  </a:lnTo>
                  <a:lnTo>
                    <a:pt x="16669" y="3025"/>
                  </a:lnTo>
                  <a:lnTo>
                    <a:pt x="16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7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3" name="Google Shape;1563;p57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564" name="Google Shape;1564;p57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7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6" name="Google Shape;1566;p57"/>
          <p:cNvGrpSpPr/>
          <p:nvPr/>
        </p:nvGrpSpPr>
        <p:grpSpPr>
          <a:xfrm>
            <a:off x="2103033" y="3135506"/>
            <a:ext cx="1889812" cy="566035"/>
            <a:chOff x="844350" y="1447525"/>
            <a:chExt cx="3472005" cy="1341952"/>
          </a:xfrm>
        </p:grpSpPr>
        <p:sp>
          <p:nvSpPr>
            <p:cNvPr id="1567" name="Google Shape;1567;p57"/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8" name="Google Shape;1568;p57"/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1569" name="Google Shape;1569;p57"/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57"/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71" name="Google Shape;1571;p57"/>
          <p:cNvGrpSpPr/>
          <p:nvPr/>
        </p:nvGrpSpPr>
        <p:grpSpPr>
          <a:xfrm>
            <a:off x="2103033" y="1655821"/>
            <a:ext cx="1889812" cy="566035"/>
            <a:chOff x="844350" y="1447525"/>
            <a:chExt cx="3472005" cy="1341952"/>
          </a:xfrm>
        </p:grpSpPr>
        <p:sp>
          <p:nvSpPr>
            <p:cNvPr id="1572" name="Google Shape;1572;p57"/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3" name="Google Shape;1573;p57"/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1574" name="Google Shape;1574;p57"/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57"/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76" name="Google Shape;1576;p57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</a:t>
            </a:r>
            <a:endParaRPr/>
          </a:p>
        </p:txBody>
      </p:sp>
      <p:sp>
        <p:nvSpPr>
          <p:cNvPr id="1577" name="Google Shape;1577;p57"/>
          <p:cNvSpPr txBox="1">
            <a:spLocks noGrp="1"/>
          </p:cNvSpPr>
          <p:nvPr>
            <p:ph type="subTitle" idx="2"/>
          </p:nvPr>
        </p:nvSpPr>
        <p:spPr>
          <a:xfrm>
            <a:off x="4177750" y="3064375"/>
            <a:ext cx="29373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Web3 platforms</a:t>
            </a:r>
            <a:endParaRPr/>
          </a:p>
        </p:txBody>
      </p:sp>
      <p:sp>
        <p:nvSpPr>
          <p:cNvPr id="1578" name="Google Shape;1578;p57"/>
          <p:cNvSpPr txBox="1">
            <a:spLocks noGrp="1"/>
          </p:cNvSpPr>
          <p:nvPr>
            <p:ph type="title" idx="5"/>
          </p:nvPr>
        </p:nvSpPr>
        <p:spPr>
          <a:xfrm>
            <a:off x="2437038" y="1695050"/>
            <a:ext cx="1221600" cy="60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50%</a:t>
            </a:r>
            <a:endParaRPr/>
          </a:p>
        </p:txBody>
      </p:sp>
      <p:sp>
        <p:nvSpPr>
          <p:cNvPr id="1579" name="Google Shape;1579;p57"/>
          <p:cNvSpPr txBox="1">
            <a:spLocks noGrp="1"/>
          </p:cNvSpPr>
          <p:nvPr>
            <p:ph type="title" idx="6"/>
          </p:nvPr>
        </p:nvSpPr>
        <p:spPr>
          <a:xfrm>
            <a:off x="2437038" y="3176050"/>
            <a:ext cx="1221600" cy="60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70%</a:t>
            </a:r>
            <a:endParaRPr/>
          </a:p>
        </p:txBody>
      </p:sp>
      <p:grpSp>
        <p:nvGrpSpPr>
          <p:cNvPr id="1580" name="Google Shape;1580;p57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581" name="Google Shape;1581;p57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7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7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7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7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7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7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7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7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7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7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7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7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7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7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7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7" name="Google Shape;1597;p57"/>
          <p:cNvGrpSpPr/>
          <p:nvPr/>
        </p:nvGrpSpPr>
        <p:grpSpPr>
          <a:xfrm>
            <a:off x="2107033" y="2284372"/>
            <a:ext cx="1889654" cy="375818"/>
            <a:chOff x="5482143" y="3174547"/>
            <a:chExt cx="908706" cy="144975"/>
          </a:xfrm>
        </p:grpSpPr>
        <p:sp>
          <p:nvSpPr>
            <p:cNvPr id="1598" name="Google Shape;1598;p57"/>
            <p:cNvSpPr/>
            <p:nvPr/>
          </p:nvSpPr>
          <p:spPr>
            <a:xfrm>
              <a:off x="5482143" y="3178722"/>
              <a:ext cx="908706" cy="140100"/>
            </a:xfrm>
            <a:custGeom>
              <a:avLst/>
              <a:gdLst/>
              <a:ahLst/>
              <a:cxnLst/>
              <a:rect l="l" t="t" r="r" b="b"/>
              <a:pathLst>
                <a:path w="58372" h="5604" extrusionOk="0">
                  <a:moveTo>
                    <a:pt x="1" y="1"/>
                  </a:moveTo>
                  <a:lnTo>
                    <a:pt x="1" y="5604"/>
                  </a:lnTo>
                  <a:lnTo>
                    <a:pt x="58372" y="5604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7"/>
            <p:cNvSpPr/>
            <p:nvPr/>
          </p:nvSpPr>
          <p:spPr>
            <a:xfrm>
              <a:off x="5495174" y="3195472"/>
              <a:ext cx="882662" cy="107325"/>
            </a:xfrm>
            <a:custGeom>
              <a:avLst/>
              <a:gdLst/>
              <a:ahLst/>
              <a:cxnLst/>
              <a:rect l="l" t="t" r="r" b="b"/>
              <a:pathLst>
                <a:path w="56699" h="4293" extrusionOk="0">
                  <a:moveTo>
                    <a:pt x="0" y="0"/>
                  </a:moveTo>
                  <a:lnTo>
                    <a:pt x="0" y="4293"/>
                  </a:lnTo>
                  <a:lnTo>
                    <a:pt x="56699" y="4293"/>
                  </a:lnTo>
                  <a:lnTo>
                    <a:pt x="56699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7"/>
            <p:cNvSpPr/>
            <p:nvPr/>
          </p:nvSpPr>
          <p:spPr>
            <a:xfrm>
              <a:off x="5482143" y="3178722"/>
              <a:ext cx="908706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7"/>
            <p:cNvSpPr/>
            <p:nvPr/>
          </p:nvSpPr>
          <p:spPr>
            <a:xfrm>
              <a:off x="5561475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7"/>
            <p:cNvSpPr/>
            <p:nvPr/>
          </p:nvSpPr>
          <p:spPr>
            <a:xfrm>
              <a:off x="5642018" y="3208700"/>
              <a:ext cx="25825" cy="81575"/>
            </a:xfrm>
            <a:custGeom>
              <a:avLst/>
              <a:gdLst/>
              <a:ahLst/>
              <a:cxnLst/>
              <a:rect l="l" t="t" r="r" b="b"/>
              <a:pathLst>
                <a:path w="1033" h="3263" extrusionOk="0">
                  <a:moveTo>
                    <a:pt x="1" y="1"/>
                  </a:moveTo>
                  <a:lnTo>
                    <a:pt x="1032" y="1"/>
                  </a:lnTo>
                  <a:lnTo>
                    <a:pt x="1032" y="3262"/>
                  </a:lnTo>
                  <a:lnTo>
                    <a:pt x="1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7"/>
            <p:cNvSpPr/>
            <p:nvPr/>
          </p:nvSpPr>
          <p:spPr>
            <a:xfrm>
              <a:off x="5722560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7"/>
            <p:cNvSpPr/>
            <p:nvPr/>
          </p:nvSpPr>
          <p:spPr>
            <a:xfrm>
              <a:off x="5802428" y="3208700"/>
              <a:ext cx="25800" cy="81575"/>
            </a:xfrm>
            <a:custGeom>
              <a:avLst/>
              <a:gdLst/>
              <a:ahLst/>
              <a:cxnLst/>
              <a:rect l="l" t="t" r="r" b="b"/>
              <a:pathLst>
                <a:path w="1032" h="3263" extrusionOk="0">
                  <a:moveTo>
                    <a:pt x="0" y="1"/>
                  </a:moveTo>
                  <a:lnTo>
                    <a:pt x="1031" y="1"/>
                  </a:lnTo>
                  <a:lnTo>
                    <a:pt x="1031" y="3262"/>
                  </a:lnTo>
                  <a:lnTo>
                    <a:pt x="0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7"/>
            <p:cNvSpPr/>
            <p:nvPr/>
          </p:nvSpPr>
          <p:spPr>
            <a:xfrm>
              <a:off x="5883671" y="3208700"/>
              <a:ext cx="25800" cy="81575"/>
            </a:xfrm>
            <a:custGeom>
              <a:avLst/>
              <a:gdLst/>
              <a:ahLst/>
              <a:cxnLst/>
              <a:rect l="l" t="t" r="r" b="b"/>
              <a:pathLst>
                <a:path w="1032" h="3263" extrusionOk="0">
                  <a:moveTo>
                    <a:pt x="0" y="1"/>
                  </a:moveTo>
                  <a:lnTo>
                    <a:pt x="1031" y="1"/>
                  </a:lnTo>
                  <a:lnTo>
                    <a:pt x="1031" y="3262"/>
                  </a:lnTo>
                  <a:lnTo>
                    <a:pt x="0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7"/>
            <p:cNvSpPr/>
            <p:nvPr/>
          </p:nvSpPr>
          <p:spPr>
            <a:xfrm>
              <a:off x="5964214" y="3208700"/>
              <a:ext cx="25100" cy="81575"/>
            </a:xfrm>
            <a:custGeom>
              <a:avLst/>
              <a:gdLst/>
              <a:ahLst/>
              <a:cxnLst/>
              <a:rect l="l" t="t" r="r" b="b"/>
              <a:pathLst>
                <a:path w="1004" h="3263" extrusionOk="0">
                  <a:moveTo>
                    <a:pt x="0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0" y="3262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7"/>
            <p:cNvSpPr/>
            <p:nvPr/>
          </p:nvSpPr>
          <p:spPr>
            <a:xfrm>
              <a:off x="6045457" y="3208700"/>
              <a:ext cx="25100" cy="81575"/>
            </a:xfrm>
            <a:custGeom>
              <a:avLst/>
              <a:gdLst/>
              <a:ahLst/>
              <a:cxnLst/>
              <a:rect l="l" t="t" r="r" b="b"/>
              <a:pathLst>
                <a:path w="1004" h="3263" extrusionOk="0">
                  <a:moveTo>
                    <a:pt x="0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0" y="3262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7"/>
            <p:cNvSpPr/>
            <p:nvPr/>
          </p:nvSpPr>
          <p:spPr>
            <a:xfrm>
              <a:off x="6125300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7"/>
            <p:cNvSpPr/>
            <p:nvPr/>
          </p:nvSpPr>
          <p:spPr>
            <a:xfrm>
              <a:off x="6206543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7"/>
            <p:cNvSpPr/>
            <p:nvPr/>
          </p:nvSpPr>
          <p:spPr>
            <a:xfrm>
              <a:off x="6286385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7"/>
            <p:cNvSpPr/>
            <p:nvPr/>
          </p:nvSpPr>
          <p:spPr>
            <a:xfrm>
              <a:off x="5482143" y="3174547"/>
              <a:ext cx="908706" cy="144275"/>
            </a:xfrm>
            <a:custGeom>
              <a:avLst/>
              <a:gdLst/>
              <a:ahLst/>
              <a:cxnLst/>
              <a:rect l="l" t="t" r="r" b="b"/>
              <a:pathLst>
                <a:path w="58372" h="5771" fill="none" extrusionOk="0">
                  <a:moveTo>
                    <a:pt x="1" y="1"/>
                  </a:moveTo>
                  <a:lnTo>
                    <a:pt x="58372" y="1"/>
                  </a:lnTo>
                  <a:lnTo>
                    <a:pt x="58372" y="5771"/>
                  </a:lnTo>
                  <a:lnTo>
                    <a:pt x="1" y="5771"/>
                  </a:lnTo>
                  <a:close/>
                </a:path>
              </a:pathLst>
            </a:custGeom>
            <a:noFill/>
            <a:ln w="2800" cap="flat" cmpd="sng">
              <a:solidFill>
                <a:schemeClr val="dk1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2" name="Google Shape;1612;p57"/>
          <p:cNvGrpSpPr/>
          <p:nvPr/>
        </p:nvGrpSpPr>
        <p:grpSpPr>
          <a:xfrm>
            <a:off x="2103008" y="3764009"/>
            <a:ext cx="1889654" cy="375818"/>
            <a:chOff x="5482143" y="3174547"/>
            <a:chExt cx="908706" cy="144975"/>
          </a:xfrm>
        </p:grpSpPr>
        <p:sp>
          <p:nvSpPr>
            <p:cNvPr id="1613" name="Google Shape;1613;p57"/>
            <p:cNvSpPr/>
            <p:nvPr/>
          </p:nvSpPr>
          <p:spPr>
            <a:xfrm>
              <a:off x="5482143" y="3178722"/>
              <a:ext cx="908706" cy="140100"/>
            </a:xfrm>
            <a:custGeom>
              <a:avLst/>
              <a:gdLst/>
              <a:ahLst/>
              <a:cxnLst/>
              <a:rect l="l" t="t" r="r" b="b"/>
              <a:pathLst>
                <a:path w="58372" h="5604" extrusionOk="0">
                  <a:moveTo>
                    <a:pt x="1" y="1"/>
                  </a:moveTo>
                  <a:lnTo>
                    <a:pt x="1" y="5604"/>
                  </a:lnTo>
                  <a:lnTo>
                    <a:pt x="58372" y="5604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7"/>
            <p:cNvSpPr/>
            <p:nvPr/>
          </p:nvSpPr>
          <p:spPr>
            <a:xfrm>
              <a:off x="5495174" y="3195472"/>
              <a:ext cx="882662" cy="107325"/>
            </a:xfrm>
            <a:custGeom>
              <a:avLst/>
              <a:gdLst/>
              <a:ahLst/>
              <a:cxnLst/>
              <a:rect l="l" t="t" r="r" b="b"/>
              <a:pathLst>
                <a:path w="56699" h="4293" extrusionOk="0">
                  <a:moveTo>
                    <a:pt x="0" y="0"/>
                  </a:moveTo>
                  <a:lnTo>
                    <a:pt x="0" y="4293"/>
                  </a:lnTo>
                  <a:lnTo>
                    <a:pt x="56699" y="4293"/>
                  </a:lnTo>
                  <a:lnTo>
                    <a:pt x="56699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7"/>
            <p:cNvSpPr/>
            <p:nvPr/>
          </p:nvSpPr>
          <p:spPr>
            <a:xfrm>
              <a:off x="5482143" y="3178722"/>
              <a:ext cx="908706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7"/>
            <p:cNvSpPr/>
            <p:nvPr/>
          </p:nvSpPr>
          <p:spPr>
            <a:xfrm>
              <a:off x="5561475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7"/>
            <p:cNvSpPr/>
            <p:nvPr/>
          </p:nvSpPr>
          <p:spPr>
            <a:xfrm>
              <a:off x="5642018" y="3208700"/>
              <a:ext cx="25825" cy="81575"/>
            </a:xfrm>
            <a:custGeom>
              <a:avLst/>
              <a:gdLst/>
              <a:ahLst/>
              <a:cxnLst/>
              <a:rect l="l" t="t" r="r" b="b"/>
              <a:pathLst>
                <a:path w="1033" h="3263" extrusionOk="0">
                  <a:moveTo>
                    <a:pt x="1" y="1"/>
                  </a:moveTo>
                  <a:lnTo>
                    <a:pt x="1032" y="1"/>
                  </a:lnTo>
                  <a:lnTo>
                    <a:pt x="1032" y="3262"/>
                  </a:lnTo>
                  <a:lnTo>
                    <a:pt x="1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7"/>
            <p:cNvSpPr/>
            <p:nvPr/>
          </p:nvSpPr>
          <p:spPr>
            <a:xfrm>
              <a:off x="5722560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7"/>
            <p:cNvSpPr/>
            <p:nvPr/>
          </p:nvSpPr>
          <p:spPr>
            <a:xfrm>
              <a:off x="5802428" y="3208700"/>
              <a:ext cx="25800" cy="81575"/>
            </a:xfrm>
            <a:custGeom>
              <a:avLst/>
              <a:gdLst/>
              <a:ahLst/>
              <a:cxnLst/>
              <a:rect l="l" t="t" r="r" b="b"/>
              <a:pathLst>
                <a:path w="1032" h="3263" extrusionOk="0">
                  <a:moveTo>
                    <a:pt x="0" y="1"/>
                  </a:moveTo>
                  <a:lnTo>
                    <a:pt x="1031" y="1"/>
                  </a:lnTo>
                  <a:lnTo>
                    <a:pt x="1031" y="3262"/>
                  </a:lnTo>
                  <a:lnTo>
                    <a:pt x="0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7"/>
            <p:cNvSpPr/>
            <p:nvPr/>
          </p:nvSpPr>
          <p:spPr>
            <a:xfrm>
              <a:off x="5883671" y="3208700"/>
              <a:ext cx="25800" cy="81575"/>
            </a:xfrm>
            <a:custGeom>
              <a:avLst/>
              <a:gdLst/>
              <a:ahLst/>
              <a:cxnLst/>
              <a:rect l="l" t="t" r="r" b="b"/>
              <a:pathLst>
                <a:path w="1032" h="3263" extrusionOk="0">
                  <a:moveTo>
                    <a:pt x="0" y="1"/>
                  </a:moveTo>
                  <a:lnTo>
                    <a:pt x="1031" y="1"/>
                  </a:lnTo>
                  <a:lnTo>
                    <a:pt x="1031" y="3262"/>
                  </a:lnTo>
                  <a:lnTo>
                    <a:pt x="0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7"/>
            <p:cNvSpPr/>
            <p:nvPr/>
          </p:nvSpPr>
          <p:spPr>
            <a:xfrm>
              <a:off x="5964214" y="3208700"/>
              <a:ext cx="25100" cy="81575"/>
            </a:xfrm>
            <a:custGeom>
              <a:avLst/>
              <a:gdLst/>
              <a:ahLst/>
              <a:cxnLst/>
              <a:rect l="l" t="t" r="r" b="b"/>
              <a:pathLst>
                <a:path w="1004" h="3263" extrusionOk="0">
                  <a:moveTo>
                    <a:pt x="0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0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7"/>
            <p:cNvSpPr/>
            <p:nvPr/>
          </p:nvSpPr>
          <p:spPr>
            <a:xfrm>
              <a:off x="6045457" y="3208700"/>
              <a:ext cx="25100" cy="81575"/>
            </a:xfrm>
            <a:custGeom>
              <a:avLst/>
              <a:gdLst/>
              <a:ahLst/>
              <a:cxnLst/>
              <a:rect l="l" t="t" r="r" b="b"/>
              <a:pathLst>
                <a:path w="1004" h="3263" extrusionOk="0">
                  <a:moveTo>
                    <a:pt x="0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0" y="326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7"/>
            <p:cNvSpPr/>
            <p:nvPr/>
          </p:nvSpPr>
          <p:spPr>
            <a:xfrm>
              <a:off x="6125300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7"/>
            <p:cNvSpPr/>
            <p:nvPr/>
          </p:nvSpPr>
          <p:spPr>
            <a:xfrm>
              <a:off x="6206543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7"/>
            <p:cNvSpPr/>
            <p:nvPr/>
          </p:nvSpPr>
          <p:spPr>
            <a:xfrm>
              <a:off x="6286385" y="3208700"/>
              <a:ext cx="25125" cy="81575"/>
            </a:xfrm>
            <a:custGeom>
              <a:avLst/>
              <a:gdLst/>
              <a:ahLst/>
              <a:cxnLst/>
              <a:rect l="l" t="t" r="r" b="b"/>
              <a:pathLst>
                <a:path w="1005" h="3263" extrusionOk="0">
                  <a:moveTo>
                    <a:pt x="1" y="1"/>
                  </a:moveTo>
                  <a:lnTo>
                    <a:pt x="1004" y="1"/>
                  </a:lnTo>
                  <a:lnTo>
                    <a:pt x="1004" y="3262"/>
                  </a:lnTo>
                  <a:lnTo>
                    <a:pt x="1" y="3262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7"/>
            <p:cNvSpPr/>
            <p:nvPr/>
          </p:nvSpPr>
          <p:spPr>
            <a:xfrm>
              <a:off x="5482143" y="3174547"/>
              <a:ext cx="908706" cy="144275"/>
            </a:xfrm>
            <a:custGeom>
              <a:avLst/>
              <a:gdLst/>
              <a:ahLst/>
              <a:cxnLst/>
              <a:rect l="l" t="t" r="r" b="b"/>
              <a:pathLst>
                <a:path w="58372" h="5771" fill="none" extrusionOk="0">
                  <a:moveTo>
                    <a:pt x="1" y="1"/>
                  </a:moveTo>
                  <a:lnTo>
                    <a:pt x="58372" y="1"/>
                  </a:lnTo>
                  <a:lnTo>
                    <a:pt x="58372" y="5771"/>
                  </a:lnTo>
                  <a:lnTo>
                    <a:pt x="1" y="5771"/>
                  </a:lnTo>
                  <a:close/>
                </a:path>
              </a:pathLst>
            </a:custGeom>
            <a:noFill/>
            <a:ln w="2800" cap="flat" cmpd="sng">
              <a:solidFill>
                <a:schemeClr val="dk1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27" name="Google Shape;162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00" y="1655813"/>
            <a:ext cx="8246100" cy="251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58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3" name="Google Shape;1633;p58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634" name="Google Shape;1634;p58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8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6" name="Google Shape;1636;p58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637" name="Google Shape;1637;p58"/>
          <p:cNvSpPr txBox="1">
            <a:spLocks noGrp="1"/>
          </p:cNvSpPr>
          <p:nvPr>
            <p:ph type="subTitle" idx="2"/>
          </p:nvPr>
        </p:nvSpPr>
        <p:spPr>
          <a:xfrm>
            <a:off x="1800625" y="1459025"/>
            <a:ext cx="6141000" cy="25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Press Start 2P"/>
                <a:cs typeface="Press Start 2P"/>
                <a:sym typeface="Press Start 2P"/>
              </a:rPr>
              <a:t>Short-term direction is hard — all models were ~50% AUC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Press Start 2P"/>
                <a:cs typeface="Press Start 2P"/>
                <a:sym typeface="Press Start 2P"/>
              </a:rPr>
              <a:t>Long-term prediction improves dramatically — Logistic and MLP were most reliable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Press Start 2P"/>
                <a:cs typeface="Press Start 2P"/>
                <a:sym typeface="Press Start 2P"/>
              </a:rPr>
              <a:t>Price prediction via return modeling works well — BRNN slightly outperformed </a:t>
            </a:r>
            <a:r>
              <a:rPr lang="en-US" sz="1800" dirty="0" err="1">
                <a:latin typeface="+mn-lt"/>
                <a:ea typeface="Press Start 2P"/>
                <a:cs typeface="Press Start 2P"/>
                <a:sym typeface="Press Start 2P"/>
              </a:rPr>
              <a:t>LightGBM</a:t>
            </a:r>
            <a:endParaRPr lang="en-US" sz="1800" dirty="0">
              <a:latin typeface="+mn-lt"/>
              <a:ea typeface="Press Start 2P"/>
              <a:cs typeface="Press Start 2P"/>
              <a:sym typeface="Press Start 2P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Press Start 2P"/>
                <a:cs typeface="Press Start 2P"/>
                <a:sym typeface="Press Start 2P"/>
              </a:rPr>
              <a:t>Simple models generalize better in long-term trends</a:t>
            </a:r>
            <a:endParaRPr sz="1800" dirty="0">
              <a:latin typeface="+mn-lt"/>
              <a:ea typeface="Press Start 2P"/>
              <a:cs typeface="Press Start 2P"/>
              <a:sym typeface="Press Start 2P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1638" name="Google Shape;1638;p58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639" name="Google Shape;1639;p58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8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8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8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8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8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8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8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8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8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8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8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8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8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8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8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9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0" name="Google Shape;1660;p59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661" name="Google Shape;1661;p59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9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3" name="Google Shape;1663;p59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grpSp>
        <p:nvGrpSpPr>
          <p:cNvPr id="1664" name="Google Shape;1664;p59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665" name="Google Shape;1665;p59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9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9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9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9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9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9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9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9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9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9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9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9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9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9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9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1" name="Google Shape;1681;p59"/>
          <p:cNvSpPr txBox="1">
            <a:spLocks noGrp="1"/>
          </p:cNvSpPr>
          <p:nvPr>
            <p:ph type="body" idx="1"/>
          </p:nvPr>
        </p:nvSpPr>
        <p:spPr>
          <a:xfrm>
            <a:off x="713225" y="1152325"/>
            <a:ext cx="7717500" cy="34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Lahmiri, S., &amp; Bekiros, S. (2019). Cryptocurrency forecasting with deep learning chaotic neural networks.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Chaos, Solitons &amp;amp; Fractals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118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35–40. https://doi.org/10.1016/j.chaos.2018.11.014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Lahmiri, S., &amp; Bekiros, S. (2020). Intelligent forecasting with machine learning trading systems in chaotic intraday Bitcoin market.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Chaos, Solitons &amp;amp; Fractals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133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109641. https://doi.org/10.1016/j.chaos.2020.109641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PREDICTING THE PRICE OF BITCOIN USING MACHINE LEARNING. (2022).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International Research Journal of Modernization in Engineering Technology and Science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https://doi.org/10.56726/irjmets30998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Sun, X., Liu, M., &amp; Sima, Z. (2020). A novel cryptocurrency price trend forecasting model based on LightGBM.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Finance Research Letters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32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101084. https://doi.org/10.1016/j.frl.2018.12.032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grpSp>
        <p:nvGrpSpPr>
          <p:cNvPr id="1682" name="Google Shape;1682;p59"/>
          <p:cNvGrpSpPr/>
          <p:nvPr/>
        </p:nvGrpSpPr>
        <p:grpSpPr>
          <a:xfrm>
            <a:off x="5719958" y="4080284"/>
            <a:ext cx="2779935" cy="853386"/>
            <a:chOff x="5964258" y="4047809"/>
            <a:chExt cx="2779935" cy="853386"/>
          </a:xfrm>
        </p:grpSpPr>
        <p:grpSp>
          <p:nvGrpSpPr>
            <p:cNvPr id="1683" name="Google Shape;1683;p59"/>
            <p:cNvGrpSpPr/>
            <p:nvPr/>
          </p:nvGrpSpPr>
          <p:grpSpPr>
            <a:xfrm>
              <a:off x="5964258" y="4047809"/>
              <a:ext cx="2779935" cy="853386"/>
              <a:chOff x="5380425" y="2936225"/>
              <a:chExt cx="1648150" cy="505950"/>
            </a:xfrm>
          </p:grpSpPr>
          <p:sp>
            <p:nvSpPr>
              <p:cNvPr id="1684" name="Google Shape;1684;p59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59"/>
              <p:cNvSpPr/>
              <p:nvPr/>
            </p:nvSpPr>
            <p:spPr>
              <a:xfrm>
                <a:off x="5380425" y="2936225"/>
                <a:ext cx="1648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59"/>
              <p:cNvSpPr/>
              <p:nvPr/>
            </p:nvSpPr>
            <p:spPr>
              <a:xfrm>
                <a:off x="5380425" y="3433100"/>
                <a:ext cx="16481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59"/>
              <p:cNvSpPr/>
              <p:nvPr/>
            </p:nvSpPr>
            <p:spPr>
              <a:xfrm>
                <a:off x="7020875" y="2936225"/>
                <a:ext cx="770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59"/>
              <p:cNvSpPr/>
              <p:nvPr/>
            </p:nvSpPr>
            <p:spPr>
              <a:xfrm>
                <a:off x="5380425" y="2936225"/>
                <a:ext cx="8375" cy="5052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59"/>
              <p:cNvSpPr/>
              <p:nvPr/>
            </p:nvSpPr>
            <p:spPr>
              <a:xfrm>
                <a:off x="5388775" y="2944575"/>
                <a:ext cx="1632125" cy="86450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59"/>
              <p:cNvSpPr/>
              <p:nvPr/>
            </p:nvSpPr>
            <p:spPr>
              <a:xfrm>
                <a:off x="5388775" y="3035175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59"/>
              <p:cNvSpPr/>
              <p:nvPr/>
            </p:nvSpPr>
            <p:spPr>
              <a:xfrm>
                <a:off x="5388775" y="3031000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59"/>
              <p:cNvSpPr/>
              <p:nvPr/>
            </p:nvSpPr>
            <p:spPr>
              <a:xfrm>
                <a:off x="6935850" y="2962000"/>
                <a:ext cx="509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59"/>
              <p:cNvSpPr/>
              <p:nvPr/>
            </p:nvSpPr>
            <p:spPr>
              <a:xfrm>
                <a:off x="6937950" y="2962700"/>
                <a:ext cx="502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59"/>
              <p:cNvSpPr/>
              <p:nvPr/>
            </p:nvSpPr>
            <p:spPr>
              <a:xfrm>
                <a:off x="6937250" y="2962000"/>
                <a:ext cx="50900" cy="516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59"/>
              <p:cNvSpPr/>
              <p:nvPr/>
            </p:nvSpPr>
            <p:spPr>
              <a:xfrm>
                <a:off x="6942825" y="2968975"/>
                <a:ext cx="40450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59"/>
              <p:cNvSpPr/>
              <p:nvPr/>
            </p:nvSpPr>
            <p:spPr>
              <a:xfrm>
                <a:off x="6953275" y="2978025"/>
                <a:ext cx="195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59"/>
              <p:cNvSpPr/>
              <p:nvPr/>
            </p:nvSpPr>
            <p:spPr>
              <a:xfrm>
                <a:off x="5482150" y="3178725"/>
                <a:ext cx="1459300" cy="1401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59"/>
              <p:cNvSpPr/>
              <p:nvPr/>
            </p:nvSpPr>
            <p:spPr>
              <a:xfrm>
                <a:off x="5503075" y="3195475"/>
                <a:ext cx="14174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56699" h="4293" extrusionOk="0">
                    <a:moveTo>
                      <a:pt x="0" y="0"/>
                    </a:moveTo>
                    <a:lnTo>
                      <a:pt x="0" y="4293"/>
                    </a:lnTo>
                    <a:lnTo>
                      <a:pt x="56699" y="4293"/>
                    </a:lnTo>
                    <a:lnTo>
                      <a:pt x="56699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59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59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59"/>
              <p:cNvSpPr/>
              <p:nvPr/>
            </p:nvSpPr>
            <p:spPr>
              <a:xfrm>
                <a:off x="55232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59"/>
              <p:cNvSpPr/>
              <p:nvPr/>
            </p:nvSpPr>
            <p:spPr>
              <a:xfrm>
                <a:off x="5567175" y="3208700"/>
                <a:ext cx="258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63" extrusionOk="0">
                    <a:moveTo>
                      <a:pt x="1" y="1"/>
                    </a:moveTo>
                    <a:lnTo>
                      <a:pt x="1032" y="1"/>
                    </a:lnTo>
                    <a:lnTo>
                      <a:pt x="1032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59"/>
              <p:cNvSpPr/>
              <p:nvPr/>
            </p:nvSpPr>
            <p:spPr>
              <a:xfrm>
                <a:off x="56110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59"/>
              <p:cNvSpPr/>
              <p:nvPr/>
            </p:nvSpPr>
            <p:spPr>
              <a:xfrm>
                <a:off x="56543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59"/>
              <p:cNvSpPr/>
              <p:nvPr/>
            </p:nvSpPr>
            <p:spPr>
              <a:xfrm>
                <a:off x="56989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59"/>
              <p:cNvSpPr/>
              <p:nvPr/>
            </p:nvSpPr>
            <p:spPr>
              <a:xfrm>
                <a:off x="57428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59"/>
              <p:cNvSpPr/>
              <p:nvPr/>
            </p:nvSpPr>
            <p:spPr>
              <a:xfrm>
                <a:off x="57874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59"/>
              <p:cNvSpPr/>
              <p:nvPr/>
            </p:nvSpPr>
            <p:spPr>
              <a:xfrm>
                <a:off x="58306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59"/>
              <p:cNvSpPr/>
              <p:nvPr/>
            </p:nvSpPr>
            <p:spPr>
              <a:xfrm>
                <a:off x="58752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59"/>
              <p:cNvSpPr/>
              <p:nvPr/>
            </p:nvSpPr>
            <p:spPr>
              <a:xfrm>
                <a:off x="59184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59"/>
              <p:cNvSpPr/>
              <p:nvPr/>
            </p:nvSpPr>
            <p:spPr>
              <a:xfrm>
                <a:off x="59623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59"/>
              <p:cNvSpPr/>
              <p:nvPr/>
            </p:nvSpPr>
            <p:spPr>
              <a:xfrm>
                <a:off x="60069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59"/>
              <p:cNvSpPr/>
              <p:nvPr/>
            </p:nvSpPr>
            <p:spPr>
              <a:xfrm>
                <a:off x="60501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59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59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59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59"/>
              <p:cNvSpPr/>
              <p:nvPr/>
            </p:nvSpPr>
            <p:spPr>
              <a:xfrm>
                <a:off x="5482150" y="3174550"/>
                <a:ext cx="1459300" cy="14427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59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9" name="Google Shape;1719;p59"/>
            <p:cNvGrpSpPr/>
            <p:nvPr/>
          </p:nvGrpSpPr>
          <p:grpSpPr>
            <a:xfrm>
              <a:off x="7394142" y="4507393"/>
              <a:ext cx="190471" cy="137593"/>
              <a:chOff x="6094725" y="3208700"/>
              <a:chExt cx="112925" cy="81575"/>
            </a:xfrm>
          </p:grpSpPr>
          <p:sp>
            <p:nvSpPr>
              <p:cNvPr id="1720" name="Google Shape;1720;p59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59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59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60"/>
          <p:cNvSpPr txBox="1">
            <a:spLocks noGrp="1"/>
          </p:cNvSpPr>
          <p:nvPr>
            <p:ph type="ctrTitle"/>
          </p:nvPr>
        </p:nvSpPr>
        <p:spPr>
          <a:xfrm>
            <a:off x="1263300" y="2202606"/>
            <a:ext cx="66174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728" name="Google Shape;1728;p60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1729" name="Google Shape;1729;p60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60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60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60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60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60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60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60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60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60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60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60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60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60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60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60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ransforming Traditional Business Models: Web3 by Slidesgo">
  <a:themeElements>
    <a:clrScheme name="Simple Light">
      <a:dk1>
        <a:srgbClr val="000000"/>
      </a:dk1>
      <a:lt1>
        <a:srgbClr val="FFFFFF"/>
      </a:lt1>
      <a:dk2>
        <a:srgbClr val="9C9C9C"/>
      </a:dk2>
      <a:lt2>
        <a:srgbClr val="C9C9C9"/>
      </a:lt2>
      <a:accent1>
        <a:srgbClr val="DDDDDD"/>
      </a:accent1>
      <a:accent2>
        <a:srgbClr val="EDEDED"/>
      </a:accent2>
      <a:accent3>
        <a:srgbClr val="82CECE"/>
      </a:accent3>
      <a:accent4>
        <a:srgbClr val="6DB2B2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693</Words>
  <Application>Microsoft Office PowerPoint</Application>
  <PresentationFormat>全屏显示(16:9)</PresentationFormat>
  <Paragraphs>154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Actor</vt:lpstr>
      <vt:lpstr>Nunito</vt:lpstr>
      <vt:lpstr>Arial</vt:lpstr>
      <vt:lpstr>Inconsolata</vt:lpstr>
      <vt:lpstr>Press Start 2P</vt:lpstr>
      <vt:lpstr>Montserrat Black</vt:lpstr>
      <vt:lpstr>Calibri</vt:lpstr>
      <vt:lpstr>Transforming Traditional Business Models: Web3 by Slidesgo</vt:lpstr>
      <vt:lpstr>Predicting Short-Term Bitcoin Price </vt:lpstr>
      <vt:lpstr>Table of contents</vt:lpstr>
      <vt:lpstr>Overview</vt:lpstr>
      <vt:lpstr> Motivation </vt:lpstr>
      <vt:lpstr>Introduction</vt:lpstr>
      <vt:lpstr>Dataset</vt:lpstr>
      <vt:lpstr>PowerPoint 演示文稿</vt:lpstr>
      <vt:lpstr>Models </vt:lpstr>
      <vt:lpstr>Models</vt:lpstr>
      <vt:lpstr>Training Setup</vt:lpstr>
      <vt:lpstr>Technical Indicator</vt:lpstr>
      <vt:lpstr>Outcomes</vt:lpstr>
      <vt:lpstr>Classification Result </vt:lpstr>
      <vt:lpstr>PowerPoint 演示文稿</vt:lpstr>
      <vt:lpstr>Classification Result </vt:lpstr>
      <vt:lpstr>Classification Result </vt:lpstr>
      <vt:lpstr>Price Prediction</vt:lpstr>
      <vt:lpstr>PowerPoint 演示文稿</vt:lpstr>
      <vt:lpstr>PowerPoint 演示文稿</vt:lpstr>
      <vt:lpstr>Streamlit </vt:lpstr>
      <vt:lpstr>APP</vt:lpstr>
      <vt:lpstr>Conclusions</vt:lpstr>
      <vt:lpstr>Reference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SILAN LIU</cp:lastModifiedBy>
  <cp:revision>7</cp:revision>
  <dcterms:modified xsi:type="dcterms:W3CDTF">2025-05-01T22:00:49Z</dcterms:modified>
</cp:coreProperties>
</file>